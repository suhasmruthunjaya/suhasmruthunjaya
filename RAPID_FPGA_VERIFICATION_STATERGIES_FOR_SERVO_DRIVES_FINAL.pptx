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61_92E6BE1B.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 id="2147483727" r:id="rId5"/>
  </p:sldMasterIdLst>
  <p:notesMasterIdLst>
    <p:notesMasterId r:id="rId27"/>
  </p:notesMasterIdLst>
  <p:handoutMasterIdLst>
    <p:handoutMasterId r:id="rId28"/>
  </p:handoutMasterIdLst>
  <p:sldIdLst>
    <p:sldId id="311" r:id="rId6"/>
    <p:sldId id="325" r:id="rId7"/>
    <p:sldId id="370" r:id="rId8"/>
    <p:sldId id="351" r:id="rId9"/>
    <p:sldId id="353" r:id="rId10"/>
    <p:sldId id="356" r:id="rId11"/>
    <p:sldId id="357" r:id="rId12"/>
    <p:sldId id="362" r:id="rId13"/>
    <p:sldId id="366" r:id="rId14"/>
    <p:sldId id="358" r:id="rId15"/>
    <p:sldId id="360" r:id="rId16"/>
    <p:sldId id="361" r:id="rId17"/>
    <p:sldId id="367" r:id="rId18"/>
    <p:sldId id="363" r:id="rId19"/>
    <p:sldId id="371" r:id="rId20"/>
    <p:sldId id="364" r:id="rId21"/>
    <p:sldId id="368" r:id="rId22"/>
    <p:sldId id="369" r:id="rId23"/>
    <p:sldId id="359" r:id="rId24"/>
    <p:sldId id="365" r:id="rId25"/>
    <p:sldId id="350" r:id="rId26"/>
  </p:sldIdLst>
  <p:sldSz cx="9144000" cy="5143500" type="screen16x9"/>
  <p:notesSz cx="7099300" cy="10234613"/>
  <p:defaultText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B59E59-7373-BCA1-99E6-82723162E2E2}" name="Suhas Bangalore Mruthunjaya" initials="SM" userId="S::sesa807379@se.com::96e3328a-57c8-45c6-9c14-f590b47bbfa2" providerId="AD"/>
  <p188:author id="{DCD072D7-D423-5F54-1222-7E83AC24F199}" name="Marcel Koehler" initials="MK" userId="S::SESA181944@se.com::9acf0e79-99d8-437f-a5d6-f33c9f0b2d3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ackie Barlow"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DCD58"/>
    <a:srgbClr val="009530"/>
    <a:srgbClr val="36C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7A77E9-0238-43A7-A865-7AB7A8D3231A}" v="1" dt="2025-10-17T08:21:10.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56" autoAdjust="0"/>
  </p:normalViewPr>
  <p:slideViewPr>
    <p:cSldViewPr snapToGrid="0">
      <p:cViewPr varScale="1">
        <p:scale>
          <a:sx n="109" d="100"/>
          <a:sy n="109" d="100"/>
        </p:scale>
        <p:origin x="706" y="8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 Koehler" userId="9acf0e79-99d8-437f-a5d6-f33c9f0b2d3e" providerId="ADAL" clId="{C9AC80BC-47DB-4508-91DF-AD66E1F7B21F}"/>
    <pc:docChg chg="modSld">
      <pc:chgData name="Marcel Koehler" userId="9acf0e79-99d8-437f-a5d6-f33c9f0b2d3e" providerId="ADAL" clId="{C9AC80BC-47DB-4508-91DF-AD66E1F7B21F}" dt="2025-10-10T06:05:43.153" v="1" actId="13926"/>
      <pc:docMkLst>
        <pc:docMk/>
      </pc:docMkLst>
      <pc:sldChg chg="modSp mod">
        <pc:chgData name="Marcel Koehler" userId="9acf0e79-99d8-437f-a5d6-f33c9f0b2d3e" providerId="ADAL" clId="{C9AC80BC-47DB-4508-91DF-AD66E1F7B21F}" dt="2025-10-10T06:04:50.460" v="0" actId="13926"/>
        <pc:sldMkLst>
          <pc:docMk/>
          <pc:sldMk cId="2466284802" sldId="311"/>
        </pc:sldMkLst>
        <pc:spChg chg="mod">
          <ac:chgData name="Marcel Koehler" userId="9acf0e79-99d8-437f-a5d6-f33c9f0b2d3e" providerId="ADAL" clId="{C9AC80BC-47DB-4508-91DF-AD66E1F7B21F}" dt="2025-10-10T06:04:50.460" v="0" actId="13926"/>
          <ac:spMkLst>
            <pc:docMk/>
            <pc:sldMk cId="2466284802" sldId="311"/>
            <ac:spMk id="13" creationId="{7FF2EB40-EDC5-A37A-DF1F-810AB6257A22}"/>
          </ac:spMkLst>
        </pc:spChg>
      </pc:sldChg>
      <pc:sldChg chg="modSp mod">
        <pc:chgData name="Marcel Koehler" userId="9acf0e79-99d8-437f-a5d6-f33c9f0b2d3e" providerId="ADAL" clId="{C9AC80BC-47DB-4508-91DF-AD66E1F7B21F}" dt="2025-10-10T06:05:43.153" v="1" actId="13926"/>
        <pc:sldMkLst>
          <pc:docMk/>
          <pc:sldMk cId="1776250412" sldId="325"/>
        </pc:sldMkLst>
        <pc:spChg chg="mod">
          <ac:chgData name="Marcel Koehler" userId="9acf0e79-99d8-437f-a5d6-f33c9f0b2d3e" providerId="ADAL" clId="{C9AC80BC-47DB-4508-91DF-AD66E1F7B21F}" dt="2025-10-10T06:05:43.153" v="1" actId="13926"/>
          <ac:spMkLst>
            <pc:docMk/>
            <pc:sldMk cId="1776250412" sldId="325"/>
            <ac:spMk id="7" creationId="{F0B631BE-D9FB-64FF-3144-CF811C84F59D}"/>
          </ac:spMkLst>
        </pc:spChg>
      </pc:sldChg>
    </pc:docChg>
  </pc:docChgLst>
  <pc:docChgLst>
    <pc:chgData name="Suhas Bangalore Mruthunjaya" userId="96e3328a-57c8-45c6-9c14-f590b47bbfa2" providerId="ADAL" clId="{A77A77E9-0238-43A7-A865-7AB7A8D3231A}"/>
    <pc:docChg chg="undo custSel addSld delSld modSld sldOrd">
      <pc:chgData name="Suhas Bangalore Mruthunjaya" userId="96e3328a-57c8-45c6-9c14-f590b47bbfa2" providerId="ADAL" clId="{A77A77E9-0238-43A7-A865-7AB7A8D3231A}" dt="2026-01-16T10:12:32.013" v="797" actId="20577"/>
      <pc:docMkLst>
        <pc:docMk/>
      </pc:docMkLst>
      <pc:sldChg chg="modSp mod">
        <pc:chgData name="Suhas Bangalore Mruthunjaya" userId="96e3328a-57c8-45c6-9c14-f590b47bbfa2" providerId="ADAL" clId="{A77A77E9-0238-43A7-A865-7AB7A8D3231A}" dt="2025-10-16T10:14:53.263" v="764" actId="1036"/>
        <pc:sldMkLst>
          <pc:docMk/>
          <pc:sldMk cId="2466284802" sldId="311"/>
        </pc:sldMkLst>
        <pc:spChg chg="mod">
          <ac:chgData name="Suhas Bangalore Mruthunjaya" userId="96e3328a-57c8-45c6-9c14-f590b47bbfa2" providerId="ADAL" clId="{A77A77E9-0238-43A7-A865-7AB7A8D3231A}" dt="2025-10-16T10:14:50.400" v="763" actId="1036"/>
          <ac:spMkLst>
            <pc:docMk/>
            <pc:sldMk cId="2466284802" sldId="311"/>
            <ac:spMk id="9" creationId="{117FB686-8657-B42F-16E3-09532E2CDBFA}"/>
          </ac:spMkLst>
        </pc:spChg>
        <pc:spChg chg="mod">
          <ac:chgData name="Suhas Bangalore Mruthunjaya" userId="96e3328a-57c8-45c6-9c14-f590b47bbfa2" providerId="ADAL" clId="{A77A77E9-0238-43A7-A865-7AB7A8D3231A}" dt="2025-10-14T07:38:32.641" v="756" actId="2711"/>
          <ac:spMkLst>
            <pc:docMk/>
            <pc:sldMk cId="2466284802" sldId="311"/>
            <ac:spMk id="13" creationId="{7FF2EB40-EDC5-A37A-DF1F-810AB6257A22}"/>
          </ac:spMkLst>
        </pc:spChg>
        <pc:spChg chg="mod">
          <ac:chgData name="Suhas Bangalore Mruthunjaya" userId="96e3328a-57c8-45c6-9c14-f590b47bbfa2" providerId="ADAL" clId="{A77A77E9-0238-43A7-A865-7AB7A8D3231A}" dt="2025-10-14T07:38:39.386" v="757" actId="2711"/>
          <ac:spMkLst>
            <pc:docMk/>
            <pc:sldMk cId="2466284802" sldId="311"/>
            <ac:spMk id="14" creationId="{B658F959-CA26-64C8-9A24-2AC3ED1B3719}"/>
          </ac:spMkLst>
        </pc:spChg>
        <pc:picChg chg="mod">
          <ac:chgData name="Suhas Bangalore Mruthunjaya" userId="96e3328a-57c8-45c6-9c14-f590b47bbfa2" providerId="ADAL" clId="{A77A77E9-0238-43A7-A865-7AB7A8D3231A}" dt="2025-10-16T10:14:53.263" v="764" actId="1036"/>
          <ac:picMkLst>
            <pc:docMk/>
            <pc:sldMk cId="2466284802" sldId="311"/>
            <ac:picMk id="8" creationId="{1C1AE153-1DF7-3AE1-558C-A981A84848F5}"/>
          </ac:picMkLst>
        </pc:picChg>
      </pc:sldChg>
      <pc:sldChg chg="addSp delSp modSp mod">
        <pc:chgData name="Suhas Bangalore Mruthunjaya" userId="96e3328a-57c8-45c6-9c14-f590b47bbfa2" providerId="ADAL" clId="{A77A77E9-0238-43A7-A865-7AB7A8D3231A}" dt="2025-10-14T07:39:05.147" v="760" actId="1076"/>
        <pc:sldMkLst>
          <pc:docMk/>
          <pc:sldMk cId="1776250412" sldId="325"/>
        </pc:sldMkLst>
        <pc:spChg chg="mod">
          <ac:chgData name="Suhas Bangalore Mruthunjaya" userId="96e3328a-57c8-45c6-9c14-f590b47bbfa2" providerId="ADAL" clId="{A77A77E9-0238-43A7-A865-7AB7A8D3231A}" dt="2025-10-14T07:39:05.147" v="760" actId="1076"/>
          <ac:spMkLst>
            <pc:docMk/>
            <pc:sldMk cId="1776250412" sldId="325"/>
            <ac:spMk id="6" creationId="{A0340616-166E-CB71-65FF-00FE1FCFF639}"/>
          </ac:spMkLst>
        </pc:spChg>
        <pc:spChg chg="mod">
          <ac:chgData name="Suhas Bangalore Mruthunjaya" userId="96e3328a-57c8-45c6-9c14-f590b47bbfa2" providerId="ADAL" clId="{A77A77E9-0238-43A7-A865-7AB7A8D3231A}" dt="2025-10-14T07:12:52.603" v="307" actId="2711"/>
          <ac:spMkLst>
            <pc:docMk/>
            <pc:sldMk cId="1776250412" sldId="325"/>
            <ac:spMk id="7" creationId="{F0B631BE-D9FB-64FF-3144-CF811C84F59D}"/>
          </ac:spMkLst>
        </pc:spChg>
        <pc:picChg chg="add del">
          <ac:chgData name="Suhas Bangalore Mruthunjaya" userId="96e3328a-57c8-45c6-9c14-f590b47bbfa2" providerId="ADAL" clId="{A77A77E9-0238-43A7-A865-7AB7A8D3231A}" dt="2025-10-14T07:12:16.544" v="298" actId="22"/>
          <ac:picMkLst>
            <pc:docMk/>
            <pc:sldMk cId="1776250412" sldId="325"/>
            <ac:picMk id="5" creationId="{DBD0541F-B9BA-F8C5-EC16-D07B93E2A3A8}"/>
          </ac:picMkLst>
        </pc:picChg>
      </pc:sldChg>
      <pc:sldChg chg="addSp delSp modSp mod">
        <pc:chgData name="Suhas Bangalore Mruthunjaya" userId="96e3328a-57c8-45c6-9c14-f590b47bbfa2" providerId="ADAL" clId="{A77A77E9-0238-43A7-A865-7AB7A8D3231A}" dt="2025-10-17T08:22:19.459" v="778" actId="1076"/>
        <pc:sldMkLst>
          <pc:docMk/>
          <pc:sldMk cId="461067283" sldId="351"/>
        </pc:sldMkLst>
        <pc:spChg chg="mod">
          <ac:chgData name="Suhas Bangalore Mruthunjaya" userId="96e3328a-57c8-45c6-9c14-f590b47bbfa2" providerId="ADAL" clId="{A77A77E9-0238-43A7-A865-7AB7A8D3231A}" dt="2025-10-17T08:22:19.459" v="778" actId="1076"/>
          <ac:spMkLst>
            <pc:docMk/>
            <pc:sldMk cId="461067283" sldId="351"/>
            <ac:spMk id="4" creationId="{712E03EA-04C5-40B9-7F21-662B76FCDE04}"/>
          </ac:spMkLst>
        </pc:spChg>
        <pc:spChg chg="mod">
          <ac:chgData name="Suhas Bangalore Mruthunjaya" userId="96e3328a-57c8-45c6-9c14-f590b47bbfa2" providerId="ADAL" clId="{A77A77E9-0238-43A7-A865-7AB7A8D3231A}" dt="2025-10-17T08:22:09.999" v="777" actId="1076"/>
          <ac:spMkLst>
            <pc:docMk/>
            <pc:sldMk cId="461067283" sldId="351"/>
            <ac:spMk id="6" creationId="{1E9601B6-D430-E703-04DF-85031A0A44FF}"/>
          </ac:spMkLst>
        </pc:spChg>
        <pc:spChg chg="del">
          <ac:chgData name="Suhas Bangalore Mruthunjaya" userId="96e3328a-57c8-45c6-9c14-f590b47bbfa2" providerId="ADAL" clId="{A77A77E9-0238-43A7-A865-7AB7A8D3231A}" dt="2025-10-17T08:21:10.964" v="765" actId="931"/>
          <ac:spMkLst>
            <pc:docMk/>
            <pc:sldMk cId="461067283" sldId="351"/>
            <ac:spMk id="13" creationId="{5EA3BFCD-A055-8CA4-9B8C-A07756297361}"/>
          </ac:spMkLst>
        </pc:spChg>
        <pc:picChg chg="add mod">
          <ac:chgData name="Suhas Bangalore Mruthunjaya" userId="96e3328a-57c8-45c6-9c14-f590b47bbfa2" providerId="ADAL" clId="{A77A77E9-0238-43A7-A865-7AB7A8D3231A}" dt="2025-10-17T08:21:59.453" v="776" actId="1076"/>
          <ac:picMkLst>
            <pc:docMk/>
            <pc:sldMk cId="461067283" sldId="351"/>
            <ac:picMk id="7" creationId="{9DBDDA2B-4F9A-81D3-0F59-0B6CCCEFC947}"/>
          </ac:picMkLst>
        </pc:picChg>
      </pc:sldChg>
      <pc:sldChg chg="modSp mod">
        <pc:chgData name="Suhas Bangalore Mruthunjaya" userId="96e3328a-57c8-45c6-9c14-f590b47bbfa2" providerId="ADAL" clId="{A77A77E9-0238-43A7-A865-7AB7A8D3231A}" dt="2025-10-10T12:51:18.449" v="11" actId="1076"/>
        <pc:sldMkLst>
          <pc:docMk/>
          <pc:sldMk cId="3777496115" sldId="352"/>
        </pc:sldMkLst>
        <pc:spChg chg="mod">
          <ac:chgData name="Suhas Bangalore Mruthunjaya" userId="96e3328a-57c8-45c6-9c14-f590b47bbfa2" providerId="ADAL" clId="{A77A77E9-0238-43A7-A865-7AB7A8D3231A}" dt="2025-10-10T12:51:18.449" v="11" actId="1076"/>
          <ac:spMkLst>
            <pc:docMk/>
            <pc:sldMk cId="3777496115" sldId="352"/>
            <ac:spMk id="16" creationId="{A7A9DB72-4F07-1CC7-449F-4B34F8650F07}"/>
          </ac:spMkLst>
        </pc:spChg>
      </pc:sldChg>
      <pc:sldChg chg="modSp mod modCm">
        <pc:chgData name="Suhas Bangalore Mruthunjaya" userId="96e3328a-57c8-45c6-9c14-f590b47bbfa2" providerId="ADAL" clId="{A77A77E9-0238-43A7-A865-7AB7A8D3231A}" dt="2025-10-21T12:51:09.827" v="792" actId="20577"/>
        <pc:sldMkLst>
          <pc:docMk/>
          <pc:sldMk cId="2464595483" sldId="353"/>
        </pc:sldMkLst>
        <pc:spChg chg="mod">
          <ac:chgData name="Suhas Bangalore Mruthunjaya" userId="96e3328a-57c8-45c6-9c14-f590b47bbfa2" providerId="ADAL" clId="{A77A77E9-0238-43A7-A865-7AB7A8D3231A}" dt="2025-10-21T12:51:09.827" v="792" actId="20577"/>
          <ac:spMkLst>
            <pc:docMk/>
            <pc:sldMk cId="2464595483" sldId="353"/>
            <ac:spMk id="6" creationId="{16E2FB1A-71A7-F98A-71F5-F26CD79C74F2}"/>
          </ac:spMkLst>
        </pc:spChg>
        <pc:extLst>
          <p:ext xmlns:p="http://schemas.openxmlformats.org/presentationml/2006/main" uri="{D6D511B9-2390-475A-947B-AFAB55BFBCF1}">
            <pc226:cmChg xmlns:pc226="http://schemas.microsoft.com/office/powerpoint/2022/06/main/command" chg="mod">
              <pc226:chgData name="Suhas Bangalore Mruthunjaya" userId="96e3328a-57c8-45c6-9c14-f590b47bbfa2" providerId="ADAL" clId="{A77A77E9-0238-43A7-A865-7AB7A8D3231A}" dt="2025-10-21T12:51:09.827" v="792" actId="20577"/>
              <pc2:cmMkLst xmlns:pc2="http://schemas.microsoft.com/office/powerpoint/2019/9/main/command">
                <pc:docMk/>
                <pc:sldMk cId="2464595483" sldId="353"/>
                <pc2:cmMk id="{2F68EB3A-58C3-4DF3-87F6-6E43E6453B03}"/>
              </pc2:cmMkLst>
            </pc226:cmChg>
            <pc226:cmChg xmlns:pc226="http://schemas.microsoft.com/office/powerpoint/2022/06/main/command" chg="mod">
              <pc226:chgData name="Suhas Bangalore Mruthunjaya" userId="96e3328a-57c8-45c6-9c14-f590b47bbfa2" providerId="ADAL" clId="{A77A77E9-0238-43A7-A865-7AB7A8D3231A}" dt="2025-10-21T12:51:09.827" v="792" actId="20577"/>
              <pc2:cmMkLst xmlns:pc2="http://schemas.microsoft.com/office/powerpoint/2019/9/main/command">
                <pc:docMk/>
                <pc:sldMk cId="2464595483" sldId="353"/>
                <pc2:cmMk id="{4AF63C63-615B-45F8-82AF-F41461EDF94F}"/>
              </pc2:cmMkLst>
            </pc226:cmChg>
          </p:ext>
        </pc:extLst>
      </pc:sldChg>
      <pc:sldChg chg="modSp mod">
        <pc:chgData name="Suhas Bangalore Mruthunjaya" userId="96e3328a-57c8-45c6-9c14-f590b47bbfa2" providerId="ADAL" clId="{A77A77E9-0238-43A7-A865-7AB7A8D3231A}" dt="2025-10-13T13:42:14.641" v="121" actId="115"/>
        <pc:sldMkLst>
          <pc:docMk/>
          <pc:sldMk cId="4076946799" sldId="354"/>
        </pc:sldMkLst>
        <pc:spChg chg="mod">
          <ac:chgData name="Suhas Bangalore Mruthunjaya" userId="96e3328a-57c8-45c6-9c14-f590b47bbfa2" providerId="ADAL" clId="{A77A77E9-0238-43A7-A865-7AB7A8D3231A}" dt="2025-10-13T13:42:14.641" v="121" actId="115"/>
          <ac:spMkLst>
            <pc:docMk/>
            <pc:sldMk cId="4076946799" sldId="354"/>
            <ac:spMk id="5" creationId="{70DC7354-B28C-AA0A-BD40-591177AAB3E6}"/>
          </ac:spMkLst>
        </pc:spChg>
      </pc:sldChg>
      <pc:sldChg chg="addSp modSp mod ord modClrScheme chgLayout">
        <pc:chgData name="Suhas Bangalore Mruthunjaya" userId="96e3328a-57c8-45c6-9c14-f590b47bbfa2" providerId="ADAL" clId="{A77A77E9-0238-43A7-A865-7AB7A8D3231A}" dt="2025-10-13T14:10:23.832" v="277" actId="1076"/>
        <pc:sldMkLst>
          <pc:docMk/>
          <pc:sldMk cId="1694040350" sldId="355"/>
        </pc:sldMkLst>
        <pc:spChg chg="mod ord">
          <ac:chgData name="Suhas Bangalore Mruthunjaya" userId="96e3328a-57c8-45c6-9c14-f590b47bbfa2" providerId="ADAL" clId="{A77A77E9-0238-43A7-A865-7AB7A8D3231A}" dt="2025-10-13T14:09:46.248" v="255" actId="26606"/>
          <ac:spMkLst>
            <pc:docMk/>
            <pc:sldMk cId="1694040350" sldId="355"/>
            <ac:spMk id="3" creationId="{EFE462C6-3CCB-5824-0909-D5010F7A9293}"/>
          </ac:spMkLst>
        </pc:spChg>
        <pc:spChg chg="mod">
          <ac:chgData name="Suhas Bangalore Mruthunjaya" userId="96e3328a-57c8-45c6-9c14-f590b47bbfa2" providerId="ADAL" clId="{A77A77E9-0238-43A7-A865-7AB7A8D3231A}" dt="2025-10-13T14:09:46.248" v="255" actId="26606"/>
          <ac:spMkLst>
            <pc:docMk/>
            <pc:sldMk cId="1694040350" sldId="355"/>
            <ac:spMk id="5" creationId="{42D71B13-C626-BFA2-EDEB-EA29B1C1FBA6}"/>
          </ac:spMkLst>
        </pc:spChg>
        <pc:spChg chg="mod">
          <ac:chgData name="Suhas Bangalore Mruthunjaya" userId="96e3328a-57c8-45c6-9c14-f590b47bbfa2" providerId="ADAL" clId="{A77A77E9-0238-43A7-A865-7AB7A8D3231A}" dt="2025-10-13T14:09:46.248" v="255" actId="26606"/>
          <ac:spMkLst>
            <pc:docMk/>
            <pc:sldMk cId="1694040350" sldId="355"/>
            <ac:spMk id="6" creationId="{6EB526F1-AE29-D4A6-07E7-6DD529275F39}"/>
          </ac:spMkLst>
        </pc:spChg>
        <pc:spChg chg="add mod">
          <ac:chgData name="Suhas Bangalore Mruthunjaya" userId="96e3328a-57c8-45c6-9c14-f590b47bbfa2" providerId="ADAL" clId="{A77A77E9-0238-43A7-A865-7AB7A8D3231A}" dt="2025-10-13T14:10:07.013" v="271" actId="255"/>
          <ac:spMkLst>
            <pc:docMk/>
            <pc:sldMk cId="1694040350" sldId="355"/>
            <ac:spMk id="17" creationId="{E1062E0C-3DCC-8FBB-9CED-162E3ACFE1B7}"/>
          </ac:spMkLst>
        </pc:spChg>
        <pc:picChg chg="mod ord">
          <ac:chgData name="Suhas Bangalore Mruthunjaya" userId="96e3328a-57c8-45c6-9c14-f590b47bbfa2" providerId="ADAL" clId="{A77A77E9-0238-43A7-A865-7AB7A8D3231A}" dt="2025-10-13T14:10:23.832" v="277" actId="1076"/>
          <ac:picMkLst>
            <pc:docMk/>
            <pc:sldMk cId="1694040350" sldId="355"/>
            <ac:picMk id="12" creationId="{85896626-6D90-DAA2-88E1-E83362E987BF}"/>
          </ac:picMkLst>
        </pc:picChg>
      </pc:sldChg>
      <pc:sldChg chg="modSp mod">
        <pc:chgData name="Suhas Bangalore Mruthunjaya" userId="96e3328a-57c8-45c6-9c14-f590b47bbfa2" providerId="ADAL" clId="{A77A77E9-0238-43A7-A865-7AB7A8D3231A}" dt="2025-10-13T13:42:59.888" v="125" actId="115"/>
        <pc:sldMkLst>
          <pc:docMk/>
          <pc:sldMk cId="2534463532" sldId="356"/>
        </pc:sldMkLst>
        <pc:spChg chg="mod">
          <ac:chgData name="Suhas Bangalore Mruthunjaya" userId="96e3328a-57c8-45c6-9c14-f590b47bbfa2" providerId="ADAL" clId="{A77A77E9-0238-43A7-A865-7AB7A8D3231A}" dt="2025-10-13T13:42:59.888" v="125" actId="115"/>
          <ac:spMkLst>
            <pc:docMk/>
            <pc:sldMk cId="2534463532" sldId="356"/>
            <ac:spMk id="3" creationId="{39487269-8DE2-AE4B-3063-333138C3E3F4}"/>
          </ac:spMkLst>
        </pc:spChg>
      </pc:sldChg>
      <pc:sldChg chg="modSp mod ord">
        <pc:chgData name="Suhas Bangalore Mruthunjaya" userId="96e3328a-57c8-45c6-9c14-f590b47bbfa2" providerId="ADAL" clId="{A77A77E9-0238-43A7-A865-7AB7A8D3231A}" dt="2026-01-16T10:12:32.013" v="797" actId="20577"/>
        <pc:sldMkLst>
          <pc:docMk/>
          <pc:sldMk cId="1835859347" sldId="357"/>
        </pc:sldMkLst>
        <pc:spChg chg="mod">
          <ac:chgData name="Suhas Bangalore Mruthunjaya" userId="96e3328a-57c8-45c6-9c14-f590b47bbfa2" providerId="ADAL" clId="{A77A77E9-0238-43A7-A865-7AB7A8D3231A}" dt="2026-01-16T10:12:32.013" v="797" actId="20577"/>
          <ac:spMkLst>
            <pc:docMk/>
            <pc:sldMk cId="1835859347" sldId="357"/>
            <ac:spMk id="6" creationId="{4456BA77-B2AE-2F5C-6414-3A08B9BBCF42}"/>
          </ac:spMkLst>
        </pc:spChg>
      </pc:sldChg>
      <pc:sldChg chg="ord">
        <pc:chgData name="Suhas Bangalore Mruthunjaya" userId="96e3328a-57c8-45c6-9c14-f590b47bbfa2" providerId="ADAL" clId="{A77A77E9-0238-43A7-A865-7AB7A8D3231A}" dt="2025-10-13T09:49:59.701" v="19"/>
        <pc:sldMkLst>
          <pc:docMk/>
          <pc:sldMk cId="2940445207" sldId="358"/>
        </pc:sldMkLst>
      </pc:sldChg>
      <pc:sldChg chg="modSp mod ord">
        <pc:chgData name="Suhas Bangalore Mruthunjaya" userId="96e3328a-57c8-45c6-9c14-f590b47bbfa2" providerId="ADAL" clId="{A77A77E9-0238-43A7-A865-7AB7A8D3231A}" dt="2025-10-13T13:42:43.925" v="124" actId="20577"/>
        <pc:sldMkLst>
          <pc:docMk/>
          <pc:sldMk cId="4157352576" sldId="360"/>
        </pc:sldMkLst>
        <pc:spChg chg="mod">
          <ac:chgData name="Suhas Bangalore Mruthunjaya" userId="96e3328a-57c8-45c6-9c14-f590b47bbfa2" providerId="ADAL" clId="{A77A77E9-0238-43A7-A865-7AB7A8D3231A}" dt="2025-10-13T13:42:43.925" v="124" actId="20577"/>
          <ac:spMkLst>
            <pc:docMk/>
            <pc:sldMk cId="4157352576" sldId="360"/>
            <ac:spMk id="5" creationId="{66812C0C-B080-BE3E-20A1-79236000604E}"/>
          </ac:spMkLst>
        </pc:spChg>
      </pc:sldChg>
      <pc:sldChg chg="modSp mod">
        <pc:chgData name="Suhas Bangalore Mruthunjaya" userId="96e3328a-57c8-45c6-9c14-f590b47bbfa2" providerId="ADAL" clId="{A77A77E9-0238-43A7-A865-7AB7A8D3231A}" dt="2025-10-13T14:09:15.448" v="242" actId="20577"/>
        <pc:sldMkLst>
          <pc:docMk/>
          <pc:sldMk cId="4148729019" sldId="361"/>
        </pc:sldMkLst>
        <pc:spChg chg="mod">
          <ac:chgData name="Suhas Bangalore Mruthunjaya" userId="96e3328a-57c8-45c6-9c14-f590b47bbfa2" providerId="ADAL" clId="{A77A77E9-0238-43A7-A865-7AB7A8D3231A}" dt="2025-10-13T14:09:15.448" v="242" actId="20577"/>
          <ac:spMkLst>
            <pc:docMk/>
            <pc:sldMk cId="4148729019" sldId="361"/>
            <ac:spMk id="5" creationId="{6564C104-B0B1-18C2-509B-5E950DDF4A4A}"/>
          </ac:spMkLst>
        </pc:spChg>
      </pc:sldChg>
      <pc:sldChg chg="addSp delSp modSp new mod">
        <pc:chgData name="Suhas Bangalore Mruthunjaya" userId="96e3328a-57c8-45c6-9c14-f590b47bbfa2" providerId="ADAL" clId="{A77A77E9-0238-43A7-A865-7AB7A8D3231A}" dt="2025-10-17T10:16:28.767" v="780" actId="1076"/>
        <pc:sldMkLst>
          <pc:docMk/>
          <pc:sldMk cId="3650017749" sldId="362"/>
        </pc:sldMkLst>
        <pc:spChg chg="del">
          <ac:chgData name="Suhas Bangalore Mruthunjaya" userId="96e3328a-57c8-45c6-9c14-f590b47bbfa2" providerId="ADAL" clId="{A77A77E9-0238-43A7-A865-7AB7A8D3231A}" dt="2025-10-13T12:25:43.014" v="23" actId="478"/>
          <ac:spMkLst>
            <pc:docMk/>
            <pc:sldMk cId="3650017749" sldId="362"/>
            <ac:spMk id="2" creationId="{34EEA7FC-73FF-E049-21D9-43ECF5548E50}"/>
          </ac:spMkLst>
        </pc:spChg>
        <pc:spChg chg="mod">
          <ac:chgData name="Suhas Bangalore Mruthunjaya" userId="96e3328a-57c8-45c6-9c14-f590b47bbfa2" providerId="ADAL" clId="{A77A77E9-0238-43A7-A865-7AB7A8D3231A}" dt="2025-10-14T07:11:47.449" v="296" actId="20577"/>
          <ac:spMkLst>
            <pc:docMk/>
            <pc:sldMk cId="3650017749" sldId="362"/>
            <ac:spMk id="3" creationId="{655E6F5B-A1E8-9F47-E3EF-0C03A05D2FA5}"/>
          </ac:spMkLst>
        </pc:spChg>
        <pc:spChg chg="del mod">
          <ac:chgData name="Suhas Bangalore Mruthunjaya" userId="96e3328a-57c8-45c6-9c14-f590b47bbfa2" providerId="ADAL" clId="{A77A77E9-0238-43A7-A865-7AB7A8D3231A}" dt="2025-10-13T12:25:54.099" v="27" actId="22"/>
          <ac:spMkLst>
            <pc:docMk/>
            <pc:sldMk cId="3650017749" sldId="362"/>
            <ac:spMk id="4" creationId="{CB701B1B-205D-CAED-1A79-20762B9AF30C}"/>
          </ac:spMkLst>
        </pc:spChg>
        <pc:spChg chg="mod">
          <ac:chgData name="Suhas Bangalore Mruthunjaya" userId="96e3328a-57c8-45c6-9c14-f590b47bbfa2" providerId="ADAL" clId="{A77A77E9-0238-43A7-A865-7AB7A8D3231A}" dt="2025-10-13T12:42:35.952" v="116" actId="1076"/>
          <ac:spMkLst>
            <pc:docMk/>
            <pc:sldMk cId="3650017749" sldId="362"/>
            <ac:spMk id="5" creationId="{5FAEC16C-F584-B77C-C5F9-36ECBDB489A0}"/>
          </ac:spMkLst>
        </pc:spChg>
        <pc:spChg chg="mod">
          <ac:chgData name="Suhas Bangalore Mruthunjaya" userId="96e3328a-57c8-45c6-9c14-f590b47bbfa2" providerId="ADAL" clId="{A77A77E9-0238-43A7-A865-7AB7A8D3231A}" dt="2025-10-13T12:42:35.952" v="116" actId="1076"/>
          <ac:spMkLst>
            <pc:docMk/>
            <pc:sldMk cId="3650017749" sldId="362"/>
            <ac:spMk id="6" creationId="{3DBC44D6-DF9D-E10F-3B64-E827F3BB610C}"/>
          </ac:spMkLst>
        </pc:spChg>
        <pc:spChg chg="add mod">
          <ac:chgData name="Suhas Bangalore Mruthunjaya" userId="96e3328a-57c8-45c6-9c14-f590b47bbfa2" providerId="ADAL" clId="{A77A77E9-0238-43A7-A865-7AB7A8D3231A}" dt="2025-10-13T12:42:35.952" v="116" actId="1076"/>
          <ac:spMkLst>
            <pc:docMk/>
            <pc:sldMk cId="3650017749" sldId="362"/>
            <ac:spMk id="11" creationId="{8FDD4D3C-24B5-1FC8-DD79-181E6061F2CD}"/>
          </ac:spMkLst>
        </pc:spChg>
        <pc:picChg chg="add mod ord">
          <ac:chgData name="Suhas Bangalore Mruthunjaya" userId="96e3328a-57c8-45c6-9c14-f590b47bbfa2" providerId="ADAL" clId="{A77A77E9-0238-43A7-A865-7AB7A8D3231A}" dt="2025-10-17T10:16:28.767" v="780" actId="1076"/>
          <ac:picMkLst>
            <pc:docMk/>
            <pc:sldMk cId="3650017749" sldId="362"/>
            <ac:picMk id="8" creationId="{D2CA406A-641E-891E-C9B2-5E894D792ACF}"/>
          </ac:picMkLst>
        </pc:picChg>
        <pc:picChg chg="add mod">
          <ac:chgData name="Suhas Bangalore Mruthunjaya" userId="96e3328a-57c8-45c6-9c14-f590b47bbfa2" providerId="ADAL" clId="{A77A77E9-0238-43A7-A865-7AB7A8D3231A}" dt="2025-10-13T12:42:35.952" v="116" actId="1076"/>
          <ac:picMkLst>
            <pc:docMk/>
            <pc:sldMk cId="3650017749" sldId="362"/>
            <ac:picMk id="10" creationId="{3D406D88-7D87-4713-C170-297409105C9E}"/>
          </ac:picMkLst>
        </pc:picChg>
      </pc:sldChg>
      <pc:sldChg chg="new del">
        <pc:chgData name="Suhas Bangalore Mruthunjaya" userId="96e3328a-57c8-45c6-9c14-f590b47bbfa2" providerId="ADAL" clId="{A77A77E9-0238-43A7-A865-7AB7A8D3231A}" dt="2025-10-13T13:43:25.869" v="127" actId="47"/>
        <pc:sldMkLst>
          <pc:docMk/>
          <pc:sldMk cId="2070184827" sldId="363"/>
        </pc:sldMkLst>
      </pc:sldChg>
      <pc:sldChg chg="addSp delSp modSp new mod">
        <pc:chgData name="Suhas Bangalore Mruthunjaya" userId="96e3328a-57c8-45c6-9c14-f590b47bbfa2" providerId="ADAL" clId="{A77A77E9-0238-43A7-A865-7AB7A8D3231A}" dt="2025-10-13T14:00:17.152" v="236" actId="122"/>
        <pc:sldMkLst>
          <pc:docMk/>
          <pc:sldMk cId="3343924166" sldId="363"/>
        </pc:sldMkLst>
        <pc:spChg chg="del">
          <ac:chgData name="Suhas Bangalore Mruthunjaya" userId="96e3328a-57c8-45c6-9c14-f590b47bbfa2" providerId="ADAL" clId="{A77A77E9-0238-43A7-A865-7AB7A8D3231A}" dt="2025-10-13T13:44:08.376" v="129" actId="478"/>
          <ac:spMkLst>
            <pc:docMk/>
            <pc:sldMk cId="3343924166" sldId="363"/>
            <ac:spMk id="2" creationId="{EEF17C3C-1A80-95BA-5EE9-38048B860A98}"/>
          </ac:spMkLst>
        </pc:spChg>
        <pc:spChg chg="mod">
          <ac:chgData name="Suhas Bangalore Mruthunjaya" userId="96e3328a-57c8-45c6-9c14-f590b47bbfa2" providerId="ADAL" clId="{A77A77E9-0238-43A7-A865-7AB7A8D3231A}" dt="2025-10-13T13:58:55.156" v="179" actId="1076"/>
          <ac:spMkLst>
            <pc:docMk/>
            <pc:sldMk cId="3343924166" sldId="363"/>
            <ac:spMk id="3" creationId="{2922BCA7-1346-5001-3ED9-A88D7D56341C}"/>
          </ac:spMkLst>
        </pc:spChg>
        <pc:spChg chg="del">
          <ac:chgData name="Suhas Bangalore Mruthunjaya" userId="96e3328a-57c8-45c6-9c14-f590b47bbfa2" providerId="ADAL" clId="{A77A77E9-0238-43A7-A865-7AB7A8D3231A}" dt="2025-10-13T13:58:19.040" v="170" actId="931"/>
          <ac:spMkLst>
            <pc:docMk/>
            <pc:sldMk cId="3343924166" sldId="363"/>
            <ac:spMk id="4" creationId="{A131A094-63CF-53DF-F6F8-7A3DF170F3BF}"/>
          </ac:spMkLst>
        </pc:spChg>
        <pc:spChg chg="mod">
          <ac:chgData name="Suhas Bangalore Mruthunjaya" userId="96e3328a-57c8-45c6-9c14-f590b47bbfa2" providerId="ADAL" clId="{A77A77E9-0238-43A7-A865-7AB7A8D3231A}" dt="2025-10-13T14:00:08.611" v="217" actId="122"/>
          <ac:spMkLst>
            <pc:docMk/>
            <pc:sldMk cId="3343924166" sldId="363"/>
            <ac:spMk id="5" creationId="{2C7E86DE-02D9-628F-7FA3-01EC5C637409}"/>
          </ac:spMkLst>
        </pc:spChg>
        <pc:spChg chg="del">
          <ac:chgData name="Suhas Bangalore Mruthunjaya" userId="96e3328a-57c8-45c6-9c14-f590b47bbfa2" providerId="ADAL" clId="{A77A77E9-0238-43A7-A865-7AB7A8D3231A}" dt="2025-10-13T13:59:16.262" v="181" actId="931"/>
          <ac:spMkLst>
            <pc:docMk/>
            <pc:sldMk cId="3343924166" sldId="363"/>
            <ac:spMk id="6" creationId="{A7CFA3CA-C895-455C-9A13-F41A527E2A09}"/>
          </ac:spMkLst>
        </pc:spChg>
        <pc:spChg chg="mod">
          <ac:chgData name="Suhas Bangalore Mruthunjaya" userId="96e3328a-57c8-45c6-9c14-f590b47bbfa2" providerId="ADAL" clId="{A77A77E9-0238-43A7-A865-7AB7A8D3231A}" dt="2025-10-13T14:00:17.152" v="236" actId="122"/>
          <ac:spMkLst>
            <pc:docMk/>
            <pc:sldMk cId="3343924166" sldId="363"/>
            <ac:spMk id="7" creationId="{A4397F74-5D6B-B008-E2CA-D1CEB71B9FCE}"/>
          </ac:spMkLst>
        </pc:spChg>
        <pc:picChg chg="add mod">
          <ac:chgData name="Suhas Bangalore Mruthunjaya" userId="96e3328a-57c8-45c6-9c14-f590b47bbfa2" providerId="ADAL" clId="{A77A77E9-0238-43A7-A865-7AB7A8D3231A}" dt="2025-10-13T13:59:06.831" v="180" actId="1076"/>
          <ac:picMkLst>
            <pc:docMk/>
            <pc:sldMk cId="3343924166" sldId="363"/>
            <ac:picMk id="11" creationId="{AD72D8EC-07E1-7C52-8505-374AAAB733C1}"/>
          </ac:picMkLst>
        </pc:picChg>
        <pc:picChg chg="add mod">
          <ac:chgData name="Suhas Bangalore Mruthunjaya" userId="96e3328a-57c8-45c6-9c14-f590b47bbfa2" providerId="ADAL" clId="{A77A77E9-0238-43A7-A865-7AB7A8D3231A}" dt="2025-10-13T13:59:26.197" v="187" actId="962"/>
          <ac:picMkLst>
            <pc:docMk/>
            <pc:sldMk cId="3343924166" sldId="363"/>
            <ac:picMk id="13" creationId="{0FE4098B-401B-385C-7BD8-FFD930881636}"/>
          </ac:picMkLst>
        </pc:picChg>
      </pc:sldChg>
      <pc:sldChg chg="addSp modSp new mod">
        <pc:chgData name="Suhas Bangalore Mruthunjaya" userId="96e3328a-57c8-45c6-9c14-f590b47bbfa2" providerId="ADAL" clId="{A77A77E9-0238-43A7-A865-7AB7A8D3231A}" dt="2025-10-13T14:08:54.228" v="239" actId="1076"/>
        <pc:sldMkLst>
          <pc:docMk/>
          <pc:sldMk cId="2176827929" sldId="364"/>
        </pc:sldMkLst>
        <pc:picChg chg="add mod">
          <ac:chgData name="Suhas Bangalore Mruthunjaya" userId="96e3328a-57c8-45c6-9c14-f590b47bbfa2" providerId="ADAL" clId="{A77A77E9-0238-43A7-A865-7AB7A8D3231A}" dt="2025-10-13T14:08:54.228" v="239" actId="1076"/>
          <ac:picMkLst>
            <pc:docMk/>
            <pc:sldMk cId="2176827929" sldId="364"/>
            <ac:picMk id="5" creationId="{846C27CB-3FAA-3354-E122-67908FE23A50}"/>
          </ac:picMkLst>
        </pc:picChg>
      </pc:sldChg>
      <pc:sldChg chg="addSp delSp modSp new mod">
        <pc:chgData name="Suhas Bangalore Mruthunjaya" userId="96e3328a-57c8-45c6-9c14-f590b47bbfa2" providerId="ADAL" clId="{A77A77E9-0238-43A7-A865-7AB7A8D3231A}" dt="2025-10-14T07:36:20.131" v="725" actId="1076"/>
        <pc:sldMkLst>
          <pc:docMk/>
          <pc:sldMk cId="1670807598" sldId="365"/>
        </pc:sldMkLst>
        <pc:spChg chg="mod">
          <ac:chgData name="Suhas Bangalore Mruthunjaya" userId="96e3328a-57c8-45c6-9c14-f590b47bbfa2" providerId="ADAL" clId="{A77A77E9-0238-43A7-A865-7AB7A8D3231A}" dt="2025-10-14T07:34:34.446" v="646" actId="255"/>
          <ac:spMkLst>
            <pc:docMk/>
            <pc:sldMk cId="1670807598" sldId="365"/>
            <ac:spMk id="4" creationId="{1D0FA019-BA34-6BF4-A985-B1ED3306E88C}"/>
          </ac:spMkLst>
        </pc:spChg>
        <pc:spChg chg="del">
          <ac:chgData name="Suhas Bangalore Mruthunjaya" userId="96e3328a-57c8-45c6-9c14-f590b47bbfa2" providerId="ADAL" clId="{A77A77E9-0238-43A7-A865-7AB7A8D3231A}" dt="2025-10-14T07:24:23.610" v="309" actId="478"/>
          <ac:spMkLst>
            <pc:docMk/>
            <pc:sldMk cId="1670807598" sldId="365"/>
            <ac:spMk id="5" creationId="{E3F89F08-1C98-BF55-1007-08868F874EF9}"/>
          </ac:spMkLst>
        </pc:spChg>
        <pc:spChg chg="mod">
          <ac:chgData name="Suhas Bangalore Mruthunjaya" userId="96e3328a-57c8-45c6-9c14-f590b47bbfa2" providerId="ADAL" clId="{A77A77E9-0238-43A7-A865-7AB7A8D3231A}" dt="2025-10-14T07:34:29.889" v="645" actId="255"/>
          <ac:spMkLst>
            <pc:docMk/>
            <pc:sldMk cId="1670807598" sldId="365"/>
            <ac:spMk id="6" creationId="{0BCD727F-EC55-1FD9-57B7-BD642833E915}"/>
          </ac:spMkLst>
        </pc:spChg>
        <pc:spChg chg="add mod">
          <ac:chgData name="Suhas Bangalore Mruthunjaya" userId="96e3328a-57c8-45c6-9c14-f590b47bbfa2" providerId="ADAL" clId="{A77A77E9-0238-43A7-A865-7AB7A8D3231A}" dt="2025-10-14T07:36:06.169" v="724" actId="1076"/>
          <ac:spMkLst>
            <pc:docMk/>
            <pc:sldMk cId="1670807598" sldId="365"/>
            <ac:spMk id="7" creationId="{6CECD341-5293-F104-F4BF-FC475358D98E}"/>
          </ac:spMkLst>
        </pc:spChg>
        <pc:spChg chg="add mod">
          <ac:chgData name="Suhas Bangalore Mruthunjaya" userId="96e3328a-57c8-45c6-9c14-f590b47bbfa2" providerId="ADAL" clId="{A77A77E9-0238-43A7-A865-7AB7A8D3231A}" dt="2025-10-14T07:36:20.131" v="725" actId="1076"/>
          <ac:spMkLst>
            <pc:docMk/>
            <pc:sldMk cId="1670807598" sldId="365"/>
            <ac:spMk id="8" creationId="{194AF414-B67F-D975-3135-FED31B680083}"/>
          </ac:spMkLst>
        </pc:spChg>
      </pc:sldChg>
    </pc:docChg>
  </pc:docChgLst>
  <pc:docChgLst>
    <pc:chgData name="Suhas Bangalore Mruthunjaya" userId="S::sesa807379@se.com::96e3328a-57c8-45c6-9c14-f590b47bbfa2" providerId="AD" clId="Web-{5A898177-98B7-2F66-D870-B4E8F04861C8}"/>
    <pc:docChg chg="mod modSld">
      <pc:chgData name="Suhas Bangalore Mruthunjaya" userId="S::sesa807379@se.com::96e3328a-57c8-45c6-9c14-f590b47bbfa2" providerId="AD" clId="Web-{5A898177-98B7-2F66-D870-B4E8F04861C8}" dt="2025-10-10T12:45:16.459" v="154" actId="20577"/>
      <pc:docMkLst>
        <pc:docMk/>
      </pc:docMkLst>
      <pc:sldChg chg="modSp">
        <pc:chgData name="Suhas Bangalore Mruthunjaya" userId="S::sesa807379@se.com::96e3328a-57c8-45c6-9c14-f590b47bbfa2" providerId="AD" clId="Web-{5A898177-98B7-2F66-D870-B4E8F04861C8}" dt="2025-10-10T12:39:44.905" v="144" actId="20577"/>
        <pc:sldMkLst>
          <pc:docMk/>
          <pc:sldMk cId="2466284802" sldId="311"/>
        </pc:sldMkLst>
        <pc:spChg chg="mod">
          <ac:chgData name="Suhas Bangalore Mruthunjaya" userId="S::sesa807379@se.com::96e3328a-57c8-45c6-9c14-f590b47bbfa2" providerId="AD" clId="Web-{5A898177-98B7-2F66-D870-B4E8F04861C8}" dt="2025-10-10T12:39:44.905" v="144" actId="20577"/>
          <ac:spMkLst>
            <pc:docMk/>
            <pc:sldMk cId="2466284802" sldId="311"/>
            <ac:spMk id="13" creationId="{7FF2EB40-EDC5-A37A-DF1F-810AB6257A22}"/>
          </ac:spMkLst>
        </pc:spChg>
      </pc:sldChg>
      <pc:sldChg chg="modSp">
        <pc:chgData name="Suhas Bangalore Mruthunjaya" userId="S::sesa807379@se.com::96e3328a-57c8-45c6-9c14-f590b47bbfa2" providerId="AD" clId="Web-{5A898177-98B7-2F66-D870-B4E8F04861C8}" dt="2025-10-10T12:39:58.749" v="145" actId="20577"/>
        <pc:sldMkLst>
          <pc:docMk/>
          <pc:sldMk cId="1776250412" sldId="325"/>
        </pc:sldMkLst>
        <pc:spChg chg="mod">
          <ac:chgData name="Suhas Bangalore Mruthunjaya" userId="S::sesa807379@se.com::96e3328a-57c8-45c6-9c14-f590b47bbfa2" providerId="AD" clId="Web-{5A898177-98B7-2F66-D870-B4E8F04861C8}" dt="2025-10-10T12:39:58.749" v="145" actId="20577"/>
          <ac:spMkLst>
            <pc:docMk/>
            <pc:sldMk cId="1776250412" sldId="325"/>
            <ac:spMk id="7" creationId="{F0B631BE-D9FB-64FF-3144-CF811C84F59D}"/>
          </ac:spMkLst>
        </pc:spChg>
      </pc:sldChg>
      <pc:sldChg chg="modSp modCm">
        <pc:chgData name="Suhas Bangalore Mruthunjaya" userId="S::sesa807379@se.com::96e3328a-57c8-45c6-9c14-f590b47bbfa2" providerId="AD" clId="Web-{5A898177-98B7-2F66-D870-B4E8F04861C8}" dt="2025-10-10T12:35:36.955" v="99" actId="20577"/>
        <pc:sldMkLst>
          <pc:docMk/>
          <pc:sldMk cId="3777496115" sldId="352"/>
        </pc:sldMkLst>
        <pc:spChg chg="mod">
          <ac:chgData name="Suhas Bangalore Mruthunjaya" userId="S::sesa807379@se.com::96e3328a-57c8-45c6-9c14-f590b47bbfa2" providerId="AD" clId="Web-{5A898177-98B7-2F66-D870-B4E8F04861C8}" dt="2025-10-10T12:35:36.955" v="99" actId="20577"/>
          <ac:spMkLst>
            <pc:docMk/>
            <pc:sldMk cId="3777496115" sldId="352"/>
            <ac:spMk id="16" creationId="{A7A9DB72-4F07-1CC7-449F-4B34F8650F07}"/>
          </ac:spMkLst>
        </pc:spChg>
        <pc:extLst>
          <p:ext xmlns:p="http://schemas.openxmlformats.org/presentationml/2006/main" uri="{D6D511B9-2390-475A-947B-AFAB55BFBCF1}">
            <pc226:cmChg xmlns:pc226="http://schemas.microsoft.com/office/powerpoint/2022/06/main/command" chg="mod">
              <pc226:chgData name="Suhas Bangalore Mruthunjaya" userId="S::sesa807379@se.com::96e3328a-57c8-45c6-9c14-f590b47bbfa2" providerId="AD" clId="Web-{5A898177-98B7-2F66-D870-B4E8F04861C8}" dt="2025-10-10T12:35:36.955" v="99" actId="20577"/>
              <pc2:cmMkLst xmlns:pc2="http://schemas.microsoft.com/office/powerpoint/2019/9/main/command">
                <pc:docMk/>
                <pc:sldMk cId="3777496115" sldId="352"/>
                <pc2:cmMk id="{5D9A4627-3600-48B2-AA4C-1EC89B640263}"/>
              </pc2:cmMkLst>
            </pc226:cmChg>
          </p:ext>
        </pc:extLst>
      </pc:sldChg>
      <pc:sldChg chg="modSp modCm">
        <pc:chgData name="Suhas Bangalore Mruthunjaya" userId="S::sesa807379@se.com::96e3328a-57c8-45c6-9c14-f590b47bbfa2" providerId="AD" clId="Web-{5A898177-98B7-2F66-D870-B4E8F04861C8}" dt="2025-10-10T12:45:16.459" v="154" actId="20577"/>
        <pc:sldMkLst>
          <pc:docMk/>
          <pc:sldMk cId="2464595483" sldId="353"/>
        </pc:sldMkLst>
        <pc:spChg chg="mod">
          <ac:chgData name="Suhas Bangalore Mruthunjaya" userId="S::sesa807379@se.com::96e3328a-57c8-45c6-9c14-f590b47bbfa2" providerId="AD" clId="Web-{5A898177-98B7-2F66-D870-B4E8F04861C8}" dt="2025-10-10T12:45:16.459" v="154" actId="20577"/>
          <ac:spMkLst>
            <pc:docMk/>
            <pc:sldMk cId="2464595483" sldId="353"/>
            <ac:spMk id="6" creationId="{16E2FB1A-71A7-F98A-71F5-F26CD79C74F2}"/>
          </ac:spMkLst>
        </pc:spChg>
        <pc:extLst>
          <p:ext xmlns:p="http://schemas.openxmlformats.org/presentationml/2006/main" uri="{D6D511B9-2390-475A-947B-AFAB55BFBCF1}">
            <pc226:cmChg xmlns:pc226="http://schemas.microsoft.com/office/powerpoint/2022/06/main/command" chg="mod">
              <pc226:chgData name="Suhas Bangalore Mruthunjaya" userId="S::sesa807379@se.com::96e3328a-57c8-45c6-9c14-f590b47bbfa2" providerId="AD" clId="Web-{5A898177-98B7-2F66-D870-B4E8F04861C8}" dt="2025-10-10T12:41:59.377" v="148" actId="20577"/>
              <pc2:cmMkLst xmlns:pc2="http://schemas.microsoft.com/office/powerpoint/2019/9/main/command">
                <pc:docMk/>
                <pc:sldMk cId="2464595483" sldId="353"/>
                <pc2:cmMk id="{2F68EB3A-58C3-4DF3-87F6-6E43E6453B03}"/>
              </pc2:cmMkLst>
            </pc226:cmChg>
            <pc226:cmChg xmlns:pc226="http://schemas.microsoft.com/office/powerpoint/2022/06/main/command" chg="mod">
              <pc226:chgData name="Suhas Bangalore Mruthunjaya" userId="S::sesa807379@se.com::96e3328a-57c8-45c6-9c14-f590b47bbfa2" providerId="AD" clId="Web-{5A898177-98B7-2F66-D870-B4E8F04861C8}" dt="2025-10-10T12:41:59.377" v="148" actId="20577"/>
              <pc2:cmMkLst xmlns:pc2="http://schemas.microsoft.com/office/powerpoint/2019/9/main/command">
                <pc:docMk/>
                <pc:sldMk cId="2464595483" sldId="353"/>
                <pc2:cmMk id="{4AF63C63-615B-45F8-82AF-F41461EDF94F}"/>
              </pc2:cmMkLst>
            </pc226:cmChg>
          </p:ext>
        </pc:extLst>
      </pc:sldChg>
    </pc:docChg>
  </pc:docChgLst>
  <pc:docChgLst>
    <pc:chgData name="Suhas Bangalore Mruthunjaya" userId="S::sesa807379@se.com::96e3328a-57c8-45c6-9c14-f590b47bbfa2" providerId="AD" clId="Web-{94D7CA31-6C92-9D22-03E4-65120EECDC30}"/>
    <pc:docChg chg="modSld">
      <pc:chgData name="Suhas Bangalore Mruthunjaya" userId="S::sesa807379@se.com::96e3328a-57c8-45c6-9c14-f590b47bbfa2" providerId="AD" clId="Web-{94D7CA31-6C92-9D22-03E4-65120EECDC30}" dt="2025-10-14T07:59:24.448" v="11" actId="20577"/>
      <pc:docMkLst>
        <pc:docMk/>
      </pc:docMkLst>
      <pc:sldChg chg="modSp">
        <pc:chgData name="Suhas Bangalore Mruthunjaya" userId="S::sesa807379@se.com::96e3328a-57c8-45c6-9c14-f590b47bbfa2" providerId="AD" clId="Web-{94D7CA31-6C92-9D22-03E4-65120EECDC30}" dt="2025-10-14T07:59:24.448" v="11" actId="20577"/>
        <pc:sldMkLst>
          <pc:docMk/>
          <pc:sldMk cId="461067283" sldId="351"/>
        </pc:sldMkLst>
        <pc:spChg chg="mod">
          <ac:chgData name="Suhas Bangalore Mruthunjaya" userId="S::sesa807379@se.com::96e3328a-57c8-45c6-9c14-f590b47bbfa2" providerId="AD" clId="Web-{94D7CA31-6C92-9D22-03E4-65120EECDC30}" dt="2025-10-14T07:59:24.448" v="11" actId="20577"/>
          <ac:spMkLst>
            <pc:docMk/>
            <pc:sldMk cId="461067283" sldId="351"/>
            <ac:spMk id="6" creationId="{1E9601B6-D430-E703-04DF-85031A0A44FF}"/>
          </ac:spMkLst>
        </pc:spChg>
      </pc:sldChg>
    </pc:docChg>
  </pc:docChgLst>
</pc:chgInfo>
</file>

<file path=ppt/comments/modernComment_161_92E6BE1B.xml><?xml version="1.0" encoding="utf-8"?>
<p188:cmLst xmlns:a="http://schemas.openxmlformats.org/drawingml/2006/main" xmlns:r="http://schemas.openxmlformats.org/officeDocument/2006/relationships" xmlns:p188="http://schemas.microsoft.com/office/powerpoint/2018/8/main">
  <p188:cm id="{2F68EB3A-58C3-4DF3-87F6-6E43E6453B03}" authorId="{DCD072D7-D423-5F54-1222-7E83AC24F199}" status="resolved" created="2025-10-10T08:31:00.690" complete="100000">
    <ac:txMkLst xmlns:ac="http://schemas.microsoft.com/office/drawing/2013/main/command">
      <pc:docMk xmlns:pc="http://schemas.microsoft.com/office/powerpoint/2013/main/command"/>
      <pc:sldMk xmlns:pc="http://schemas.microsoft.com/office/powerpoint/2013/main/command" cId="2464595483" sldId="353"/>
      <ac:spMk id="6" creationId="{16E2FB1A-71A7-F98A-71F5-F26CD79C74F2}"/>
      <ac:txMk cp="614" len="3">
        <ac:context len="744" hash="93191081"/>
      </ac:txMk>
    </ac:txMkLst>
    <p188:pos x="2847657" y="2761879"/>
    <p188:replyLst>
      <p188:reply id="{E8ADA1BD-6DCA-4B6C-9CE5-35EEAAE8DC45}" authorId="{63B59E59-7373-BCA1-99E6-82723162E2E2}" created="2025-10-10T12:28:31.765">
        <p188:txBody>
          <a:bodyPr/>
          <a:lstStyle/>
          <a:p>
            <a:r>
              <a:rPr lang="en-US"/>
              <a:t>I did not mean Arm is a part of FPGA Logic. I tried to say "Software-Driven Verification" where test software / firmware will run on embedded processors like ARM.</a:t>
            </a:r>
          </a:p>
        </p188:txBody>
      </p188:reply>
      <p188:reply id="{4C514E79-440D-4FFE-8527-3CBF2DE6F72E}" authorId="{63B59E59-7373-BCA1-99E6-82723162E2E2}" created="2025-10-10T12:29:01.890">
        <p188:txBody>
          <a:bodyPr/>
          <a:lstStyle/>
          <a:p>
            <a:r>
              <a:rPr lang="en-US"/>
              <a:t>I can change it if it isn't more clear :)</a:t>
            </a:r>
          </a:p>
        </p188:txBody>
      </p188:reply>
    </p188:replyLst>
    <p188:txBody>
      <a:bodyPr/>
      <a:lstStyle/>
      <a:p>
        <a:r>
          <a:rPr lang="de-DE"/>
          <a:t>Arm is not part of FPGA Logic
</a:t>
        </a:r>
      </a:p>
    </p188:txBody>
  </p188:cm>
  <p188:cm id="{4AF63C63-615B-45F8-82AF-F41461EDF94F}" authorId="{DCD072D7-D423-5F54-1222-7E83AC24F199}" status="resolved" created="2025-10-10T08:36:41.771" complete="100000">
    <ac:txMkLst xmlns:ac="http://schemas.microsoft.com/office/drawing/2013/main/command">
      <pc:docMk xmlns:pc="http://schemas.microsoft.com/office/powerpoint/2013/main/command"/>
      <pc:sldMk xmlns:pc="http://schemas.microsoft.com/office/powerpoint/2013/main/command" cId="2464595483" sldId="353"/>
      <ac:spMk id="6" creationId="{16E2FB1A-71A7-F98A-71F5-F26CD79C74F2}"/>
      <ac:txMk cp="0">
        <ac:context len="744" hash="93191081"/>
      </ac:txMk>
    </ac:txMkLst>
    <p188:pos x="4066857" y="186319"/>
    <p188:replyLst>
      <p188:reply id="{80A84441-DCA4-4AFA-BEDF-ECD4A2563B62}" authorId="{63B59E59-7373-BCA1-99E6-82723162E2E2}" created="2025-10-10T12:30:48.329">
        <p188:txBody>
          <a:bodyPr/>
          <a:lstStyle/>
          <a:p>
            <a:r>
              <a:rPr lang="en-US"/>
              <a:t>Yeah I will include this info in previous slide and remove from this slide</a:t>
            </a:r>
          </a:p>
        </p188:txBody>
      </p188:reply>
    </p188:replyLst>
    <p188:txBody>
      <a:bodyPr/>
      <a:lstStyle/>
      <a:p>
        <a:r>
          <a:rPr lang="de-DE"/>
          <a:t>Not clear for me: what is different to last slide, This is the same already stated in 5. from last slide?</a:t>
        </a:r>
      </a:p>
    </p188:txBody>
  </p188:cm>
  <p188:cm id="{CC0F1188-B667-44B5-AB6C-BF30CD737EE0}" authorId="{DCD072D7-D423-5F54-1222-7E83AC24F199}" status="resolved" created="2025-10-10T08:38:35.876" complete="100000">
    <ac:deMkLst xmlns:ac="http://schemas.microsoft.com/office/drawing/2013/main/command">
      <pc:docMk xmlns:pc="http://schemas.microsoft.com/office/powerpoint/2013/main/command"/>
      <pc:sldMk xmlns:pc="http://schemas.microsoft.com/office/powerpoint/2013/main/command" cId="2464595483" sldId="353"/>
      <ac:picMk id="18" creationId="{171C32CA-94B8-5F8D-8262-ED80B19C07AD}"/>
    </ac:deMkLst>
    <p188:replyLst>
      <p188:reply id="{DDA7AECE-69E7-4143-B1C8-7394EDD69CCB}" authorId="{63B59E59-7373-BCA1-99E6-82723162E2E2}" created="2025-10-10T12:26:37.544">
        <p188:txBody>
          <a:bodyPr/>
          <a:lstStyle/>
          <a:p>
            <a:r>
              <a:rPr lang="en-US"/>
              <a:t>I have attached this as an example for AXI Interfaces - used for communication between the embedded processors like ARM / MicroBlaze and the FPGA logic (PL)</a:t>
            </a:r>
          </a:p>
        </p188:txBody>
      </p188:reply>
    </p188:replyLst>
    <p188:txBody>
      <a:bodyPr/>
      <a:lstStyle/>
      <a:p>
        <a:r>
          <a:rPr lang="de-DE"/>
          <a:t>Which role has this blockset in regards of this "Technical Background)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3122E3A8-67DD-A54D-9ACE-7F6180D1A288}" type="datetimeFigureOut">
              <a:rPr lang="en-US" smtClean="0"/>
              <a:pPr/>
              <a:t>1/30/2026</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5D751CF-426F-9546-9000-18E529FDEBDA}" type="slidenum">
              <a:rPr lang="en-US" smtClean="0"/>
              <a:pPr/>
              <a:t>‹#›</a:t>
            </a:fld>
            <a:endParaRPr lang="en-US"/>
          </a:p>
        </p:txBody>
      </p:sp>
    </p:spTree>
    <p:extLst>
      <p:ext uri="{BB962C8B-B14F-4D97-AF65-F5344CB8AC3E}">
        <p14:creationId xmlns:p14="http://schemas.microsoft.com/office/powerpoint/2010/main" val="3999892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5BCB8AE-B9B2-1648-AE7C-D9F4FF496627}" type="datetimeFigureOut">
              <a:rPr lang="en-US" smtClean="0"/>
              <a:pPr/>
              <a:t>1/28/2026</a:t>
            </a:fld>
            <a:endParaRPr lang="en-US"/>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E7F34D1A-B7E5-DE48-8EA9-859D9DE63652}" type="slidenum">
              <a:rPr lang="en-US" smtClean="0"/>
              <a:pPr/>
              <a:t>‹#›</a:t>
            </a:fld>
            <a:endParaRPr lang="en-US"/>
          </a:p>
        </p:txBody>
      </p:sp>
    </p:spTree>
    <p:extLst>
      <p:ext uri="{BB962C8B-B14F-4D97-AF65-F5344CB8AC3E}">
        <p14:creationId xmlns:p14="http://schemas.microsoft.com/office/powerpoint/2010/main" val="725433361"/>
      </p:ext>
    </p:extLst>
  </p:cSld>
  <p:clrMap bg1="lt1" tx1="dk1" bg2="lt2" tx2="dk2" accent1="accent1" accent2="accent2" accent3="accent3" accent4="accent4" accent5="accent5" accent6="accent6" hlink="hlink" folHlink="folHlink"/>
  <p:hf hdr="0" ftr="0" dt="0"/>
  <p:notesStyle>
    <a:lvl1pPr marL="0" algn="l" defTabSz="457184" rtl="0" eaLnBrk="1" latinLnBrk="0" hangingPunct="1">
      <a:defRPr sz="1200" kern="1200">
        <a:solidFill>
          <a:schemeClr val="tx1"/>
        </a:solidFill>
        <a:latin typeface="+mn-lt"/>
        <a:ea typeface="+mn-ea"/>
        <a:cs typeface="+mn-cs"/>
      </a:defRPr>
    </a:lvl1pPr>
    <a:lvl2pPr marL="457184" algn="l" defTabSz="457184" rtl="0" eaLnBrk="1" latinLnBrk="0" hangingPunct="1">
      <a:defRPr sz="1200" kern="1200">
        <a:solidFill>
          <a:schemeClr val="tx1"/>
        </a:solidFill>
        <a:latin typeface="+mn-lt"/>
        <a:ea typeface="+mn-ea"/>
        <a:cs typeface="+mn-cs"/>
      </a:defRPr>
    </a:lvl2pPr>
    <a:lvl3pPr marL="914367" algn="l" defTabSz="457184" rtl="0" eaLnBrk="1" latinLnBrk="0" hangingPunct="1">
      <a:defRPr sz="1200" kern="1200">
        <a:solidFill>
          <a:schemeClr val="tx1"/>
        </a:solidFill>
        <a:latin typeface="+mn-lt"/>
        <a:ea typeface="+mn-ea"/>
        <a:cs typeface="+mn-cs"/>
      </a:defRPr>
    </a:lvl3pPr>
    <a:lvl4pPr marL="1371552" algn="l" defTabSz="457184" rtl="0" eaLnBrk="1" latinLnBrk="0" hangingPunct="1">
      <a:defRPr sz="1200" kern="1200">
        <a:solidFill>
          <a:schemeClr val="tx1"/>
        </a:solidFill>
        <a:latin typeface="+mn-lt"/>
        <a:ea typeface="+mn-ea"/>
        <a:cs typeface="+mn-cs"/>
      </a:defRPr>
    </a:lvl4pPr>
    <a:lvl5pPr marL="1828736" algn="l" defTabSz="457184" rtl="0" eaLnBrk="1" latinLnBrk="0" hangingPunct="1">
      <a:defRPr sz="1200" kern="1200">
        <a:solidFill>
          <a:schemeClr val="tx1"/>
        </a:solidFill>
        <a:latin typeface="+mn-lt"/>
        <a:ea typeface="+mn-ea"/>
        <a:cs typeface="+mn-cs"/>
      </a:defRPr>
    </a:lvl5pPr>
    <a:lvl6pPr marL="2285919" algn="l" defTabSz="457184" rtl="0" eaLnBrk="1" latinLnBrk="0" hangingPunct="1">
      <a:defRPr sz="1200" kern="1200">
        <a:solidFill>
          <a:schemeClr val="tx1"/>
        </a:solidFill>
        <a:latin typeface="+mn-lt"/>
        <a:ea typeface="+mn-ea"/>
        <a:cs typeface="+mn-cs"/>
      </a:defRPr>
    </a:lvl6pPr>
    <a:lvl7pPr marL="2743103" algn="l" defTabSz="457184" rtl="0" eaLnBrk="1" latinLnBrk="0" hangingPunct="1">
      <a:defRPr sz="1200" kern="1200">
        <a:solidFill>
          <a:schemeClr val="tx1"/>
        </a:solidFill>
        <a:latin typeface="+mn-lt"/>
        <a:ea typeface="+mn-ea"/>
        <a:cs typeface="+mn-cs"/>
      </a:defRPr>
    </a:lvl7pPr>
    <a:lvl8pPr marL="3200287" algn="l" defTabSz="457184" rtl="0" eaLnBrk="1" latinLnBrk="0" hangingPunct="1">
      <a:defRPr sz="1200" kern="1200">
        <a:solidFill>
          <a:schemeClr val="tx1"/>
        </a:solidFill>
        <a:latin typeface="+mn-lt"/>
        <a:ea typeface="+mn-ea"/>
        <a:cs typeface="+mn-cs"/>
      </a:defRPr>
    </a:lvl8pPr>
    <a:lvl9pPr marL="3657471" algn="l" defTabSz="4571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L"/>
          </a:p>
        </p:txBody>
      </p:sp>
      <p:sp>
        <p:nvSpPr>
          <p:cNvPr id="4" name="Slide Number Placeholder 3"/>
          <p:cNvSpPr>
            <a:spLocks noGrp="1"/>
          </p:cNvSpPr>
          <p:nvPr>
            <p:ph type="sldNum" sz="quarter" idx="5"/>
          </p:nvPr>
        </p:nvSpPr>
        <p:spPr/>
        <p:txBody>
          <a:bodyPr/>
          <a:lstStyle/>
          <a:p>
            <a:fld id="{E7F34D1A-B7E5-DE48-8EA9-859D9DE63652}" type="slidenum">
              <a:rPr lang="en-US" smtClean="0"/>
              <a:pPr/>
              <a:t>1</a:t>
            </a:fld>
            <a:endParaRPr lang="en-US"/>
          </a:p>
        </p:txBody>
      </p:sp>
    </p:spTree>
    <p:extLst>
      <p:ext uri="{BB962C8B-B14F-4D97-AF65-F5344CB8AC3E}">
        <p14:creationId xmlns:p14="http://schemas.microsoft.com/office/powerpoint/2010/main" val="1837294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L"/>
          </a:p>
        </p:txBody>
      </p:sp>
      <p:sp>
        <p:nvSpPr>
          <p:cNvPr id="4" name="Slide Number Placeholder 3"/>
          <p:cNvSpPr>
            <a:spLocks noGrp="1"/>
          </p:cNvSpPr>
          <p:nvPr>
            <p:ph type="sldNum" sz="quarter" idx="5"/>
          </p:nvPr>
        </p:nvSpPr>
        <p:spPr/>
        <p:txBody>
          <a:bodyPr/>
          <a:lstStyle/>
          <a:p>
            <a:fld id="{E7F34D1A-B7E5-DE48-8EA9-859D9DE63652}" type="slidenum">
              <a:rPr lang="en-US" smtClean="0"/>
              <a:pPr/>
              <a:t>2</a:t>
            </a:fld>
            <a:endParaRPr lang="en-US"/>
          </a:p>
        </p:txBody>
      </p:sp>
    </p:spTree>
    <p:extLst>
      <p:ext uri="{BB962C8B-B14F-4D97-AF65-F5344CB8AC3E}">
        <p14:creationId xmlns:p14="http://schemas.microsoft.com/office/powerpoint/2010/main" val="3051518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1. Manual and Resource Internsive verification process- Engineers has to configure manually the bare metal application in vitis and connect the debugger and follow certain steps even before the test is actually began, which is very much manual and there is a need for Automation.</a:t>
            </a:r>
          </a:p>
          <a:p>
            <a:r>
              <a:rPr lang="de-DE" dirty="0"/>
              <a:t>2. Limited Test Coverage – The present Verification platform only supports static testing and hence limited test coverage.</a:t>
            </a:r>
          </a:p>
          <a:p>
            <a:r>
              <a:rPr lang="de-DE" dirty="0"/>
              <a:t>3. Dependence on physical Hardware – As we can see in the picture, there is a dependence on external motors to generate relialistic feedback signals. Measuring current on the motor phase using ADCs require additional hardware components, which results in Increase in costs and hardware wear and tear issues.</a:t>
            </a:r>
          </a:p>
          <a:p>
            <a:r>
              <a:rPr lang="de-DE" dirty="0"/>
              <a:t>4. Inefficient Measurement Techniques – Current measurement techniques are also inefficient, as the PWM duty cycle values are converted to current levels relying on the manual estimation using the motor parameters, so this process also was needed to be automated.</a:t>
            </a:r>
          </a:p>
          <a:p>
            <a:r>
              <a:rPr lang="de-DE" dirty="0"/>
              <a:t>5. Lack of Modular and Isolated FPGA Verification – In present Verification methods, To Verify a current-sense FPGA module, a PWM module must also be in operation, to drive the motors and generate some measurable current value. So this interdependence on FPGA modules would lead to a bug being undetetected until later stages of development and hence to mitigate all these problems there is a need for one single FPGA Verification platform where inputs are emulated and outputs from the control board are analysed.</a:t>
            </a:r>
          </a:p>
        </p:txBody>
      </p:sp>
      <p:sp>
        <p:nvSpPr>
          <p:cNvPr id="4" name="Slide Number Placeholder 3"/>
          <p:cNvSpPr>
            <a:spLocks noGrp="1"/>
          </p:cNvSpPr>
          <p:nvPr>
            <p:ph type="sldNum" sz="quarter" idx="5"/>
          </p:nvPr>
        </p:nvSpPr>
        <p:spPr/>
        <p:txBody>
          <a:bodyPr/>
          <a:lstStyle/>
          <a:p>
            <a:fld id="{E7F34D1A-B7E5-DE48-8EA9-859D9DE63652}" type="slidenum">
              <a:rPr lang="en-US" smtClean="0"/>
              <a:pPr/>
              <a:t>4</a:t>
            </a:fld>
            <a:endParaRPr lang="en-US"/>
          </a:p>
        </p:txBody>
      </p:sp>
    </p:spTree>
    <p:extLst>
      <p:ext uri="{BB962C8B-B14F-4D97-AF65-F5344CB8AC3E}">
        <p14:creationId xmlns:p14="http://schemas.microsoft.com/office/powerpoint/2010/main" val="3980106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1. The proposed platform will automate the verification workflow, reducing or eliminatig manual intervention.</a:t>
            </a:r>
          </a:p>
          <a:p>
            <a:r>
              <a:rPr lang="de-DE" dirty="0"/>
              <a:t>2. Will support both static and dynamic verifcation for increasing test coverage.</a:t>
            </a:r>
          </a:p>
          <a:p>
            <a:r>
              <a:rPr lang="de-DE" dirty="0"/>
              <a:t>3. A key ability to test individual modules independentaly of other FPGA components or external hardware.</a:t>
            </a:r>
          </a:p>
          <a:p>
            <a:r>
              <a:rPr lang="de-DE" dirty="0"/>
              <a:t>4. The system incorporates mechanisms for complex data handling wíthout any error-prone manual estimations.</a:t>
            </a:r>
          </a:p>
          <a:p>
            <a:r>
              <a:rPr lang="de-DE" dirty="0"/>
              <a:t>5. The flatform is compatible with various versions of CB</a:t>
            </a:r>
          </a:p>
          <a:p>
            <a:r>
              <a:rPr lang="de-DE" dirty="0"/>
              <a:t>6. The platform will have significantly improved user expeience compared to the exixting verification setup.</a:t>
            </a:r>
          </a:p>
        </p:txBody>
      </p:sp>
      <p:sp>
        <p:nvSpPr>
          <p:cNvPr id="4" name="Slide Number Placeholder 3"/>
          <p:cNvSpPr>
            <a:spLocks noGrp="1"/>
          </p:cNvSpPr>
          <p:nvPr>
            <p:ph type="sldNum" sz="quarter" idx="5"/>
          </p:nvPr>
        </p:nvSpPr>
        <p:spPr/>
        <p:txBody>
          <a:bodyPr/>
          <a:lstStyle/>
          <a:p>
            <a:fld id="{E7F34D1A-B7E5-DE48-8EA9-859D9DE63652}" type="slidenum">
              <a:rPr lang="en-US" smtClean="0"/>
              <a:pPr/>
              <a:t>7</a:t>
            </a:fld>
            <a:endParaRPr lang="en-US"/>
          </a:p>
        </p:txBody>
      </p:sp>
    </p:spTree>
    <p:extLst>
      <p:ext uri="{BB962C8B-B14F-4D97-AF65-F5344CB8AC3E}">
        <p14:creationId xmlns:p14="http://schemas.microsoft.com/office/powerpoint/2010/main" val="2491969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This modules perform essential functions to maintain reliable operation of servodrive system.</a:t>
            </a:r>
          </a:p>
        </p:txBody>
      </p:sp>
      <p:sp>
        <p:nvSpPr>
          <p:cNvPr id="4" name="Slide Number Placeholder 3"/>
          <p:cNvSpPr>
            <a:spLocks noGrp="1"/>
          </p:cNvSpPr>
          <p:nvPr>
            <p:ph type="sldNum" sz="quarter" idx="5"/>
          </p:nvPr>
        </p:nvSpPr>
        <p:spPr/>
        <p:txBody>
          <a:bodyPr/>
          <a:lstStyle/>
          <a:p>
            <a:fld id="{E7F34D1A-B7E5-DE48-8EA9-859D9DE63652}" type="slidenum">
              <a:rPr lang="en-US" smtClean="0"/>
              <a:pPr/>
              <a:t>8</a:t>
            </a:fld>
            <a:endParaRPr lang="en-US"/>
          </a:p>
        </p:txBody>
      </p:sp>
    </p:spTree>
    <p:extLst>
      <p:ext uri="{BB962C8B-B14F-4D97-AF65-F5344CB8AC3E}">
        <p14:creationId xmlns:p14="http://schemas.microsoft.com/office/powerpoint/2010/main" val="3409994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CS: The boards ADC continously acquire feedback signals from the motor phases, and convert these to Digital values. The SPI module processes these for sub control and monitoring.</a:t>
            </a:r>
          </a:p>
          <a:p>
            <a:r>
              <a:rPr lang="de-DE" dirty="0"/>
              <a:t>PWM: This module supports 3 switching frequencies.. 16kh, 8khz and 4 khz, with variable DutyCycle config. </a:t>
            </a:r>
          </a:p>
          <a:p>
            <a:r>
              <a:rPr lang="de-DE" dirty="0"/>
              <a:t>This outputs are transmitted to motor inverter stage where it generates phasecurrnets in motor windings.</a:t>
            </a:r>
          </a:p>
        </p:txBody>
      </p:sp>
      <p:sp>
        <p:nvSpPr>
          <p:cNvPr id="4" name="Slide Number Placeholder 3"/>
          <p:cNvSpPr>
            <a:spLocks noGrp="1"/>
          </p:cNvSpPr>
          <p:nvPr>
            <p:ph type="sldNum" sz="quarter" idx="5"/>
          </p:nvPr>
        </p:nvSpPr>
        <p:spPr/>
        <p:txBody>
          <a:bodyPr/>
          <a:lstStyle/>
          <a:p>
            <a:fld id="{E7F34D1A-B7E5-DE48-8EA9-859D9DE63652}" type="slidenum">
              <a:rPr lang="en-US" smtClean="0"/>
              <a:pPr/>
              <a:t>9</a:t>
            </a:fld>
            <a:endParaRPr lang="en-US"/>
          </a:p>
        </p:txBody>
      </p:sp>
    </p:spTree>
    <p:extLst>
      <p:ext uri="{BB962C8B-B14F-4D97-AF65-F5344CB8AC3E}">
        <p14:creationId xmlns:p14="http://schemas.microsoft.com/office/powerpoint/2010/main" val="489079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E7F34D1A-B7E5-DE48-8EA9-859D9DE63652}" type="slidenum">
              <a:rPr lang="en-US" smtClean="0"/>
              <a:pPr/>
              <a:t>10</a:t>
            </a:fld>
            <a:endParaRPr lang="en-US"/>
          </a:p>
        </p:txBody>
      </p:sp>
    </p:spTree>
    <p:extLst>
      <p:ext uri="{BB962C8B-B14F-4D97-AF65-F5344CB8AC3E}">
        <p14:creationId xmlns:p14="http://schemas.microsoft.com/office/powerpoint/2010/main" val="2422720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E7F34D1A-B7E5-DE48-8EA9-859D9DE63652}" type="slidenum">
              <a:rPr lang="en-US" smtClean="0"/>
              <a:pPr/>
              <a:t>11</a:t>
            </a:fld>
            <a:endParaRPr lang="en-US"/>
          </a:p>
        </p:txBody>
      </p:sp>
    </p:spTree>
    <p:extLst>
      <p:ext uri="{BB962C8B-B14F-4D97-AF65-F5344CB8AC3E}">
        <p14:creationId xmlns:p14="http://schemas.microsoft.com/office/powerpoint/2010/main" val="3227466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E7F34D1A-B7E5-DE48-8EA9-859D9DE63652}" type="slidenum">
              <a:rPr lang="en-US" smtClean="0"/>
              <a:pPr/>
              <a:t>12</a:t>
            </a:fld>
            <a:endParaRPr lang="en-US"/>
          </a:p>
        </p:txBody>
      </p:sp>
    </p:spTree>
    <p:extLst>
      <p:ext uri="{BB962C8B-B14F-4D97-AF65-F5344CB8AC3E}">
        <p14:creationId xmlns:p14="http://schemas.microsoft.com/office/powerpoint/2010/main" val="368669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E7F34D1A-B7E5-DE48-8EA9-859D9DE63652}" type="slidenum">
              <a:rPr lang="en-US" smtClean="0"/>
              <a:pPr/>
              <a:t>20</a:t>
            </a:fld>
            <a:endParaRPr lang="en-US"/>
          </a:p>
        </p:txBody>
      </p:sp>
    </p:spTree>
    <p:extLst>
      <p:ext uri="{BB962C8B-B14F-4D97-AF65-F5344CB8AC3E}">
        <p14:creationId xmlns:p14="http://schemas.microsoft.com/office/powerpoint/2010/main" val="2481299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395288" y="3071723"/>
            <a:ext cx="8353425" cy="553998"/>
          </a:xfrm>
          <a:prstGeom prst="rect">
            <a:avLst/>
          </a:prstGeom>
        </p:spPr>
        <p:txBody>
          <a:bodyPr wrap="none" lIns="0" tIns="0" rIns="0" bIns="0" anchor="t" anchorCtr="0">
            <a:noAutofit/>
          </a:bodyPr>
          <a:lstStyle>
            <a:lvl1pPr marL="0" indent="0" algn="l">
              <a:buFont typeface="Arial"/>
              <a:buNone/>
              <a:defRPr sz="2800" b="1">
                <a:solidFill>
                  <a:schemeClr val="bg2"/>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395288" y="3653242"/>
            <a:ext cx="8353426" cy="215444"/>
          </a:xfrm>
          <a:prstGeom prst="rect">
            <a:avLst/>
          </a:prstGeom>
        </p:spPr>
        <p:txBody>
          <a:bodyPr lIns="0" tIns="0" rIns="0" bIns="0">
            <a:noAutofit/>
          </a:bodyPr>
          <a:lstStyle>
            <a:lvl1pPr marL="0" indent="0" algn="l">
              <a:buNone/>
              <a:defRPr sz="1600" baseline="0">
                <a:solidFill>
                  <a:schemeClr val="bg2"/>
                </a:solidFill>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395288" y="4163962"/>
            <a:ext cx="8353425" cy="215445"/>
          </a:xfrm>
          <a:prstGeom prst="rect">
            <a:avLst/>
          </a:prstGeom>
          <a:noFill/>
        </p:spPr>
        <p:txBody>
          <a:bodyPr lIns="0" tIns="0" rIns="0" bIns="0"/>
          <a:lstStyle>
            <a:lvl1pPr marL="0" indent="0">
              <a:spcBef>
                <a:spcPts val="0"/>
              </a:spcBef>
              <a:spcAft>
                <a:spcPts val="0"/>
              </a:spcAft>
              <a:buNone/>
              <a:defRPr sz="1100" baseline="0">
                <a:solidFill>
                  <a:schemeClr val="accent1">
                    <a:lumMod val="7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2" name="Image placeholder">
            <a:extLst>
              <a:ext uri="{FF2B5EF4-FFF2-40B4-BE49-F238E27FC236}">
                <a16:creationId xmlns:a16="http://schemas.microsoft.com/office/drawing/2014/main" id="{F9E484E0-B175-9F72-18CE-9C0D687A2BC8}"/>
              </a:ext>
            </a:extLst>
          </p:cNvPr>
          <p:cNvSpPr>
            <a:spLocks noGrp="1"/>
          </p:cNvSpPr>
          <p:nvPr>
            <p:ph type="pic" sz="quarter" idx="14"/>
          </p:nvPr>
        </p:nvSpPr>
        <p:spPr>
          <a:xfrm>
            <a:off x="0" y="-1"/>
            <a:ext cx="9144000" cy="2920381"/>
          </a:xfrm>
          <a:prstGeom prst="rect">
            <a:avLst/>
          </a:prstGeom>
          <a:solidFill>
            <a:schemeClr val="bg1">
              <a:lumMod val="95000"/>
            </a:schemeClr>
          </a:solidFill>
        </p:spPr>
        <p:txBody>
          <a:bodyPr lIns="91437" tIns="45718" rIns="91437" bIns="45718"/>
          <a:lstStyle>
            <a:lvl1pPr>
              <a:buNone/>
              <a:defRPr sz="1400">
                <a:solidFill>
                  <a:schemeClr val="bg1">
                    <a:lumMod val="85000"/>
                  </a:schemeClr>
                </a:solidFill>
              </a:defRPr>
            </a:lvl1pPr>
          </a:lstStyle>
          <a:p>
            <a:r>
              <a:rPr lang="en-US"/>
              <a:t>Click icon to add picture</a:t>
            </a:r>
          </a:p>
        </p:txBody>
      </p:sp>
      <p:sp>
        <p:nvSpPr>
          <p:cNvPr id="8" name="Rectangle">
            <a:extLst>
              <a:ext uri="{FF2B5EF4-FFF2-40B4-BE49-F238E27FC236}">
                <a16:creationId xmlns:a16="http://schemas.microsoft.com/office/drawing/2014/main" id="{BEE6ED78-F0FC-0CA6-ED66-35B2B4B6BE62}"/>
              </a:ext>
              <a:ext uri="{C183D7F6-B498-43B3-948B-1728B52AA6E4}">
                <adec:decorative xmlns:adec="http://schemas.microsoft.com/office/drawing/2017/decorative" val="1"/>
              </a:ext>
            </a:extLst>
          </p:cNvPr>
          <p:cNvSpPr/>
          <p:nvPr userDrawn="1"/>
        </p:nvSpPr>
        <p:spPr>
          <a:xfrm>
            <a:off x="0" y="2920380"/>
            <a:ext cx="9144000" cy="9233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PL"/>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a:t>
            </a:r>
          </a:p>
        </p:txBody>
      </p:sp>
    </p:spTree>
    <p:extLst>
      <p:ext uri="{BB962C8B-B14F-4D97-AF65-F5344CB8AC3E}">
        <p14:creationId xmlns:p14="http://schemas.microsoft.com/office/powerpoint/2010/main" val="2416094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
        <p:nvSpPr>
          <p:cNvPr id="5" name="Title placeholder">
            <a:extLst>
              <a:ext uri="{FF2B5EF4-FFF2-40B4-BE49-F238E27FC236}">
                <a16:creationId xmlns:a16="http://schemas.microsoft.com/office/drawing/2014/main" id="{523046E9-DFD6-69AE-478D-357337C53B0B}"/>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6" name="Subhead placeholder">
            <a:extLst>
              <a:ext uri="{FF2B5EF4-FFF2-40B4-BE49-F238E27FC236}">
                <a16:creationId xmlns:a16="http://schemas.microsoft.com/office/drawing/2014/main" id="{68C364E9-46DC-4844-C02C-744166F15784}"/>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bg2"/>
                </a:solidFill>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4AE8792E-BDBD-5B25-B88F-5D015D4480F5}"/>
              </a:ext>
            </a:extLst>
          </p:cNvPr>
          <p:cNvSpPr>
            <a:spLocks noGrp="1"/>
          </p:cNvSpPr>
          <p:nvPr>
            <p:ph idx="1"/>
          </p:nvPr>
        </p:nvSpPr>
        <p:spPr>
          <a:xfrm>
            <a:off x="395289" y="1419226"/>
            <a:ext cx="8353424"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4878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no imag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395289" y="2618244"/>
            <a:ext cx="8353424" cy="553998"/>
          </a:xfrm>
          <a:prstGeom prst="rect">
            <a:avLst/>
          </a:prstGeom>
        </p:spPr>
        <p:txBody>
          <a:bodyPr wrap="none" lIns="0" tIns="0" rIns="0" bIns="0" anchor="t" anchorCtr="0">
            <a:noAutofit/>
          </a:bodyPr>
          <a:lstStyle>
            <a:lvl1pPr marL="0" indent="0" algn="l">
              <a:buFont typeface="Arial"/>
              <a:buNone/>
              <a:defRPr sz="2800" b="1">
                <a:solidFill>
                  <a:schemeClr val="bg2"/>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395288" y="3199763"/>
            <a:ext cx="8353425" cy="215444"/>
          </a:xfrm>
          <a:prstGeom prst="rect">
            <a:avLst/>
          </a:prstGeom>
        </p:spPr>
        <p:txBody>
          <a:bodyPr lIns="0" tIns="0" rIns="0" bIns="0">
            <a:noAutofit/>
          </a:bodyPr>
          <a:lstStyle>
            <a:lvl1pPr marL="0" indent="0" algn="l">
              <a:buNone/>
              <a:defRPr sz="1600" baseline="0">
                <a:solidFill>
                  <a:schemeClr val="bg2"/>
                </a:solidFill>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395288" y="4163962"/>
            <a:ext cx="8353425" cy="215445"/>
          </a:xfrm>
          <a:prstGeom prst="rect">
            <a:avLst/>
          </a:prstGeom>
          <a:noFill/>
        </p:spPr>
        <p:txBody>
          <a:bodyPr lIns="0" tIns="0" rIns="0" bIns="0"/>
          <a:lstStyle>
            <a:lvl1pPr marL="0" indent="0">
              <a:spcBef>
                <a:spcPts val="0"/>
              </a:spcBef>
              <a:spcAft>
                <a:spcPts val="0"/>
              </a:spcAft>
              <a:buNone/>
              <a:defRPr sz="1100" baseline="0">
                <a:solidFill>
                  <a:schemeClr val="accent1">
                    <a:lumMod val="7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a:t>
            </a:r>
          </a:p>
        </p:txBody>
      </p:sp>
    </p:spTree>
    <p:extLst>
      <p:ext uri="{BB962C8B-B14F-4D97-AF65-F5344CB8AC3E}">
        <p14:creationId xmlns:p14="http://schemas.microsoft.com/office/powerpoint/2010/main" val="395110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
        <p:nvSpPr>
          <p:cNvPr id="5" name="Title placeholder">
            <a:extLst>
              <a:ext uri="{FF2B5EF4-FFF2-40B4-BE49-F238E27FC236}">
                <a16:creationId xmlns:a16="http://schemas.microsoft.com/office/drawing/2014/main" id="{523046E9-DFD6-69AE-478D-357337C53B0B}"/>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Tree>
    <p:extLst>
      <p:ext uri="{BB962C8B-B14F-4D97-AF65-F5344CB8AC3E}">
        <p14:creationId xmlns:p14="http://schemas.microsoft.com/office/powerpoint/2010/main" val="2062677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with no title">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370393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B59A533B-6167-3C2A-B8C5-A818C88F68E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FF539696-16D1-899A-C61B-48CCA4C2A254}"/>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bg2"/>
                </a:solidFill>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p:nvPr>
        </p:nvSpPr>
        <p:spPr>
          <a:xfrm>
            <a:off x="395288" y="1419226"/>
            <a:ext cx="5449625"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395288" y="4341813"/>
            <a:ext cx="5437187" cy="153987"/>
          </a:xfrm>
          <a:prstGeom prst="rect">
            <a:avLst/>
          </a:prstGeom>
        </p:spPr>
        <p:txBody>
          <a:bodyPr lIns="0" tIns="0" rIns="0" bIns="0"/>
          <a:lstStyle>
            <a:lvl1pPr marL="0" indent="0">
              <a:defRPr sz="1100"/>
            </a:lvl1pPr>
            <a:lvl2pPr>
              <a:defRPr sz="1100"/>
            </a:lvl2pPr>
            <a:lvl3pPr>
              <a:defRPr sz="1100"/>
            </a:lvl3pPr>
            <a:lvl4pPr>
              <a:defRPr sz="1100"/>
            </a:lvl4pPr>
            <a:lvl5pPr>
              <a:defRPr sz="1100"/>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2441366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in two lines one column">
    <p:spTree>
      <p:nvGrpSpPr>
        <p:cNvPr id="1" name=""/>
        <p:cNvGrpSpPr/>
        <p:nvPr/>
      </p:nvGrpSpPr>
      <p:grpSpPr>
        <a:xfrm>
          <a:off x="0" y="0"/>
          <a:ext cx="0" cy="0"/>
          <a:chOff x="0" y="0"/>
          <a:chExt cx="0" cy="0"/>
        </a:xfrm>
      </p:grpSpPr>
      <p:sp>
        <p:nvSpPr>
          <p:cNvPr id="8" name="Title placeholder">
            <a:extLst>
              <a:ext uri="{FF2B5EF4-FFF2-40B4-BE49-F238E27FC236}">
                <a16:creationId xmlns:a16="http://schemas.microsoft.com/office/drawing/2014/main" id="{B2131081-C506-99E0-54B8-FEA32959FE29}"/>
              </a:ext>
            </a:extLst>
          </p:cNvPr>
          <p:cNvSpPr>
            <a:spLocks noGrp="1"/>
          </p:cNvSpPr>
          <p:nvPr>
            <p:ph type="title" hasCustomPrompt="1"/>
          </p:nvPr>
        </p:nvSpPr>
        <p:spPr>
          <a:xfrm>
            <a:off x="395287" y="419924"/>
            <a:ext cx="8353425" cy="675449"/>
          </a:xfrm>
          <a:prstGeom prst="rect">
            <a:avLst/>
          </a:prstGeom>
        </p:spPr>
        <p:txBody>
          <a:bodyPr lIns="0" tIns="0" rIns="0" bIns="0"/>
          <a:lstStyle>
            <a:lvl1pPr>
              <a:lnSpc>
                <a:spcPts val="2580"/>
              </a:lnSpc>
              <a:defRPr b="1">
                <a:solidFill>
                  <a:schemeClr val="tx2"/>
                </a:solidFill>
              </a:defRPr>
            </a:lvl1pPr>
          </a:lstStyle>
          <a:p>
            <a:r>
              <a:rPr lang="en-GB"/>
              <a:t>Click to edit </a:t>
            </a:r>
            <a:br>
              <a:rPr lang="en-GB"/>
            </a:br>
            <a:r>
              <a:rPr lang="en-GB"/>
              <a:t>Master title style</a:t>
            </a:r>
            <a:endParaRPr lang="en-PL"/>
          </a:p>
        </p:txBody>
      </p:sp>
      <p:sp>
        <p:nvSpPr>
          <p:cNvPr id="9" name="Subhead placeholder">
            <a:extLst>
              <a:ext uri="{FF2B5EF4-FFF2-40B4-BE49-F238E27FC236}">
                <a16:creationId xmlns:a16="http://schemas.microsoft.com/office/drawing/2014/main" id="{669F8746-BA8A-67EC-1CFC-C4919654F5C0}"/>
              </a:ext>
            </a:extLst>
          </p:cNvPr>
          <p:cNvSpPr>
            <a:spLocks noGrp="1"/>
          </p:cNvSpPr>
          <p:nvPr>
            <p:ph type="body" sz="quarter" idx="12" hasCustomPrompt="1"/>
          </p:nvPr>
        </p:nvSpPr>
        <p:spPr>
          <a:xfrm>
            <a:off x="395288" y="1095375"/>
            <a:ext cx="8353425" cy="255894"/>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10" name="Text placeholder">
            <a:extLst>
              <a:ext uri="{FF2B5EF4-FFF2-40B4-BE49-F238E27FC236}">
                <a16:creationId xmlns:a16="http://schemas.microsoft.com/office/drawing/2014/main" id="{471B712A-2C20-7C50-BB79-F48A0C21044B}"/>
              </a:ext>
            </a:extLst>
          </p:cNvPr>
          <p:cNvSpPr>
            <a:spLocks noGrp="1"/>
          </p:cNvSpPr>
          <p:nvPr>
            <p:ph idx="1"/>
          </p:nvPr>
        </p:nvSpPr>
        <p:spPr>
          <a:xfrm>
            <a:off x="395289" y="1539240"/>
            <a:ext cx="8353424" cy="2616835"/>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1873688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with callout and divider">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395288" y="1419226"/>
            <a:ext cx="5449625"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a:extLst>
              <a:ext uri="{FF2B5EF4-FFF2-40B4-BE49-F238E27FC236}">
                <a16:creationId xmlns:a16="http://schemas.microsoft.com/office/drawing/2014/main" id="{0952795F-F821-3C5D-0952-5F2A5A685CEB}"/>
              </a:ext>
              <a:ext uri="{C183D7F6-B498-43B3-948B-1728B52AA6E4}">
                <adec:decorative xmlns:adec="http://schemas.microsoft.com/office/drawing/2017/decorative" val="1"/>
              </a:ext>
            </a:extLst>
          </p:cNvPr>
          <p:cNvCxnSpPr>
            <a:cxnSpLocks/>
          </p:cNvCxnSpPr>
          <p:nvPr userDrawn="1"/>
        </p:nvCxnSpPr>
        <p:spPr>
          <a:xfrm>
            <a:off x="6017679" y="1419226"/>
            <a:ext cx="0" cy="2736849"/>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1" name="Text placeholder">
            <a:extLst>
              <a:ext uri="{FF2B5EF4-FFF2-40B4-BE49-F238E27FC236}">
                <a16:creationId xmlns:a16="http://schemas.microsoft.com/office/drawing/2014/main" id="{538DE3F4-227D-5ED8-5226-3C6D8FBFA655}"/>
              </a:ext>
            </a:extLst>
          </p:cNvPr>
          <p:cNvSpPr>
            <a:spLocks noGrp="1"/>
          </p:cNvSpPr>
          <p:nvPr>
            <p:ph idx="20"/>
          </p:nvPr>
        </p:nvSpPr>
        <p:spPr>
          <a:xfrm>
            <a:off x="6202885" y="1419226"/>
            <a:ext cx="2545828"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3420180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with callout no divider">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395288" y="1419226"/>
            <a:ext cx="5449625"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p:nvPr>
        </p:nvSpPr>
        <p:spPr>
          <a:xfrm>
            <a:off x="6202885" y="1419226"/>
            <a:ext cx="2545828"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342251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s with divider">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p:nvPr>
        </p:nvSpPr>
        <p:spPr>
          <a:xfrm>
            <a:off x="395287" y="1419226"/>
            <a:ext cx="4013901"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p:nvPr>
        </p:nvSpPr>
        <p:spPr>
          <a:xfrm>
            <a:off x="395289" y="4341813"/>
            <a:ext cx="4013900" cy="158750"/>
          </a:xfrm>
          <a:prstGeom prst="rect">
            <a:avLst/>
          </a:prstGeom>
        </p:spPr>
        <p:txBody>
          <a:bodyPr lIns="0" tIns="0" rIns="0" bIns="0"/>
          <a:lstStyle>
            <a:lvl1pPr marL="0" indent="0">
              <a:defRPr sz="1100"/>
            </a:lvl1pPr>
            <a:lvl2pPr>
              <a:defRPr sz="1100"/>
            </a:lvl2pPr>
            <a:lvl3pPr>
              <a:defRPr sz="1100"/>
            </a:lvl3pPr>
            <a:lvl4pPr>
              <a:defRPr sz="1100"/>
            </a:lvl4pPr>
            <a:lvl5pPr>
              <a:defRPr sz="1100"/>
            </a:lvl5pPr>
          </a:lstStyle>
          <a:p>
            <a:pPr lvl="0"/>
            <a:r>
              <a:rPr lang="en-US"/>
              <a:t>Click to edit Master text styles</a:t>
            </a:r>
          </a:p>
        </p:txBody>
      </p:sp>
      <p:cxnSp>
        <p:nvCxnSpPr>
          <p:cNvPr id="9" name="Straight connector">
            <a:extLst>
              <a:ext uri="{FF2B5EF4-FFF2-40B4-BE49-F238E27FC236}">
                <a16:creationId xmlns:a16="http://schemas.microsoft.com/office/drawing/2014/main" id="{F2058116-CD33-87BD-C858-8A78BA6F437F}"/>
              </a:ext>
            </a:extLst>
          </p:cNvPr>
          <p:cNvCxnSpPr>
            <a:cxnSpLocks/>
          </p:cNvCxnSpPr>
          <p:nvPr userDrawn="1"/>
        </p:nvCxnSpPr>
        <p:spPr>
          <a:xfrm>
            <a:off x="4570449" y="1419226"/>
            <a:ext cx="0" cy="2736849"/>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0" name="Text placeholder">
            <a:extLst>
              <a:ext uri="{FF2B5EF4-FFF2-40B4-BE49-F238E27FC236}">
                <a16:creationId xmlns:a16="http://schemas.microsoft.com/office/drawing/2014/main" id="{86CB4A19-277A-883C-A98E-DD0E122D1054}"/>
              </a:ext>
            </a:extLst>
          </p:cNvPr>
          <p:cNvSpPr>
            <a:spLocks noGrp="1"/>
          </p:cNvSpPr>
          <p:nvPr>
            <p:ph idx="14"/>
          </p:nvPr>
        </p:nvSpPr>
        <p:spPr>
          <a:xfrm>
            <a:off x="4731709" y="1419226"/>
            <a:ext cx="4017003"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p:nvPr>
        </p:nvSpPr>
        <p:spPr>
          <a:xfrm>
            <a:off x="4731709" y="4341813"/>
            <a:ext cx="4008848" cy="158750"/>
          </a:xfrm>
          <a:prstGeom prst="rect">
            <a:avLst/>
          </a:prstGeom>
        </p:spPr>
        <p:txBody>
          <a:bodyPr lIns="0" tIns="0" rIns="0" bIns="0"/>
          <a:lstStyle>
            <a:lvl1pPr marL="0" indent="0">
              <a:defRPr sz="1100"/>
            </a:lvl1pPr>
            <a:lvl2pPr>
              <a:defRPr sz="1100"/>
            </a:lvl2pPr>
            <a:lvl3pPr>
              <a:defRPr sz="1100"/>
            </a:lvl3pPr>
            <a:lvl4pPr>
              <a:defRPr sz="1100"/>
            </a:lvl4pPr>
            <a:lvl5pPr>
              <a:defRPr sz="1100"/>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1660000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no divider">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p:nvPr>
        </p:nvSpPr>
        <p:spPr>
          <a:xfrm>
            <a:off x="395287" y="1419226"/>
            <a:ext cx="4013901"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p:nvPr>
        </p:nvSpPr>
        <p:spPr>
          <a:xfrm>
            <a:off x="395289" y="4341813"/>
            <a:ext cx="4013900" cy="158750"/>
          </a:xfrm>
          <a:prstGeom prst="rect">
            <a:avLst/>
          </a:prstGeom>
        </p:spPr>
        <p:txBody>
          <a:bodyPr lIns="0" tIns="0" rIns="0" bIns="0"/>
          <a:lstStyle>
            <a:lvl1pPr marL="0" indent="0">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p:nvPr>
        </p:nvSpPr>
        <p:spPr>
          <a:xfrm>
            <a:off x="4731709" y="1419226"/>
            <a:ext cx="4017003"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p:nvPr>
        </p:nvSpPr>
        <p:spPr>
          <a:xfrm>
            <a:off x="4731709" y="4341813"/>
            <a:ext cx="4008848" cy="158750"/>
          </a:xfrm>
          <a:prstGeom prst="rect">
            <a:avLst/>
          </a:prstGeom>
        </p:spPr>
        <p:txBody>
          <a:bodyPr lIns="0" tIns="0" rIns="0" bIns="0"/>
          <a:lstStyle>
            <a:lvl1pPr marL="0" indent="0">
              <a:defRPr sz="1100"/>
            </a:lvl1pPr>
            <a:lvl2pPr>
              <a:defRPr sz="1100"/>
            </a:lvl2pPr>
            <a:lvl3pPr>
              <a:defRPr sz="1100"/>
            </a:lvl3pPr>
            <a:lvl4pPr>
              <a:defRPr sz="1100"/>
            </a:lvl4pPr>
            <a:lvl5pPr>
              <a:defRPr sz="1100"/>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636997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p:nvPr>
        </p:nvSpPr>
        <p:spPr>
          <a:xfrm>
            <a:off x="395289" y="1419225"/>
            <a:ext cx="2545828" cy="2736851"/>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p:nvPr>
        </p:nvSpPr>
        <p:spPr>
          <a:xfrm>
            <a:off x="3299086" y="1419225"/>
            <a:ext cx="2545828" cy="2736851"/>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p:nvPr>
        </p:nvSpPr>
        <p:spPr>
          <a:xfrm>
            <a:off x="6202885" y="1419225"/>
            <a:ext cx="2545828" cy="2736851"/>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2815770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s with icons">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7" name="Content placeholder" descr="Icon/image placeholder">
            <a:extLst>
              <a:ext uri="{FF2B5EF4-FFF2-40B4-BE49-F238E27FC236}">
                <a16:creationId xmlns:a16="http://schemas.microsoft.com/office/drawing/2014/main" id="{17974A1F-F6BA-BB4B-44F8-D37AE8C08E9F}"/>
              </a:ext>
            </a:extLst>
          </p:cNvPr>
          <p:cNvSpPr>
            <a:spLocks noGrp="1"/>
          </p:cNvSpPr>
          <p:nvPr>
            <p:ph sz="quarter" idx="21"/>
          </p:nvPr>
        </p:nvSpPr>
        <p:spPr>
          <a:xfrm>
            <a:off x="395288" y="1422401"/>
            <a:ext cx="547247" cy="529539"/>
          </a:xfrm>
          <a:prstGeom prst="rect">
            <a:avLst/>
          </a:prstGeom>
          <a:solidFill>
            <a:schemeClr val="accent2">
              <a:alpha val="20000"/>
            </a:schemeClr>
          </a:solidFill>
        </p:spPr>
        <p:txBody>
          <a:bodyPr vert="horz" lIns="0" tIns="0" rIns="0" bIns="0"/>
          <a:lstStyle>
            <a:lvl1pPr marL="0" indent="0">
              <a:buNone/>
              <a:defRPr sz="70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Text placeholder">
            <a:extLst>
              <a:ext uri="{FF2B5EF4-FFF2-40B4-BE49-F238E27FC236}">
                <a16:creationId xmlns:a16="http://schemas.microsoft.com/office/drawing/2014/main" id="{1AFE9218-82BA-CEE2-B832-9172A87CC922}"/>
              </a:ext>
            </a:extLst>
          </p:cNvPr>
          <p:cNvSpPr>
            <a:spLocks noGrp="1"/>
          </p:cNvSpPr>
          <p:nvPr>
            <p:ph idx="1" hasCustomPrompt="1"/>
          </p:nvPr>
        </p:nvSpPr>
        <p:spPr>
          <a:xfrm>
            <a:off x="395289" y="2137678"/>
            <a:ext cx="2545828" cy="2018397"/>
          </a:xfrm>
          <a:prstGeom prst="rect">
            <a:avLst/>
          </a:prstGeom>
        </p:spPr>
        <p:txBody>
          <a:bodyPr vert="horz" lIns="0" tIns="0" rIns="0" bIns="0" rtlCol="0">
            <a:noAutofit/>
          </a:bodyPr>
          <a:lstStyle>
            <a:lvl1pPr marL="0" indent="0">
              <a:defRPr/>
            </a:lvl1pPr>
            <a:lvl2pPr>
              <a:buClr>
                <a:srgbClr val="3DCD58"/>
              </a:buClr>
              <a:defRPr/>
            </a:lvl2pPr>
            <a:lvl3pPr>
              <a:buClr>
                <a:srgbClr val="3DCD58"/>
              </a:buClr>
              <a:defRPr/>
            </a:lvl3pPr>
            <a:lvl4pPr>
              <a:buClr>
                <a:srgbClr val="3DCD58"/>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descr="Icon/image placeholder">
            <a:extLst>
              <a:ext uri="{FF2B5EF4-FFF2-40B4-BE49-F238E27FC236}">
                <a16:creationId xmlns:a16="http://schemas.microsoft.com/office/drawing/2014/main" id="{F846E3B9-7089-AEE2-EF66-EF67F17345C2}"/>
              </a:ext>
            </a:extLst>
          </p:cNvPr>
          <p:cNvSpPr>
            <a:spLocks noGrp="1"/>
          </p:cNvSpPr>
          <p:nvPr>
            <p:ph sz="quarter" idx="22"/>
          </p:nvPr>
        </p:nvSpPr>
        <p:spPr>
          <a:xfrm>
            <a:off x="3295885" y="1422401"/>
            <a:ext cx="547247" cy="529539"/>
          </a:xfrm>
          <a:prstGeom prst="rect">
            <a:avLst/>
          </a:prstGeom>
          <a:solidFill>
            <a:schemeClr val="accent2">
              <a:alpha val="20000"/>
            </a:schemeClr>
          </a:solidFill>
        </p:spPr>
        <p:txBody>
          <a:bodyPr vert="horz" lIns="0" tIns="0" rIns="0" bIns="0"/>
          <a:lstStyle>
            <a:lvl1pPr marL="0" indent="0">
              <a:buNone/>
              <a:defRPr sz="70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2" name="Text placeholder">
            <a:extLst>
              <a:ext uri="{FF2B5EF4-FFF2-40B4-BE49-F238E27FC236}">
                <a16:creationId xmlns:a16="http://schemas.microsoft.com/office/drawing/2014/main" id="{ADF210AC-E53A-5ACD-908D-3901F6F34B47}"/>
              </a:ext>
            </a:extLst>
          </p:cNvPr>
          <p:cNvSpPr>
            <a:spLocks noGrp="1"/>
          </p:cNvSpPr>
          <p:nvPr>
            <p:ph idx="19" hasCustomPrompt="1"/>
          </p:nvPr>
        </p:nvSpPr>
        <p:spPr>
          <a:xfrm>
            <a:off x="3299086" y="2137678"/>
            <a:ext cx="2545828" cy="2018397"/>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descr="Icon/image placeholder">
            <a:extLst>
              <a:ext uri="{FF2B5EF4-FFF2-40B4-BE49-F238E27FC236}">
                <a16:creationId xmlns:a16="http://schemas.microsoft.com/office/drawing/2014/main" id="{8896FC7D-CF69-FE13-DEBA-E4AD8944A2DD}"/>
              </a:ext>
            </a:extLst>
          </p:cNvPr>
          <p:cNvSpPr>
            <a:spLocks noGrp="1"/>
          </p:cNvSpPr>
          <p:nvPr>
            <p:ph sz="quarter" idx="23"/>
          </p:nvPr>
        </p:nvSpPr>
        <p:spPr>
          <a:xfrm>
            <a:off x="6196482" y="1422401"/>
            <a:ext cx="547247" cy="529539"/>
          </a:xfrm>
          <a:prstGeom prst="rect">
            <a:avLst/>
          </a:prstGeom>
          <a:solidFill>
            <a:schemeClr val="accent2">
              <a:alpha val="20000"/>
            </a:schemeClr>
          </a:solidFill>
        </p:spPr>
        <p:txBody>
          <a:bodyPr vert="horz" lIns="0" tIns="0" rIns="0" bIns="0"/>
          <a:lstStyle>
            <a:lvl1pPr marL="0" indent="0">
              <a:buNone/>
              <a:defRPr sz="70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4" name="Text placeholder">
            <a:extLst>
              <a:ext uri="{FF2B5EF4-FFF2-40B4-BE49-F238E27FC236}">
                <a16:creationId xmlns:a16="http://schemas.microsoft.com/office/drawing/2014/main" id="{CABA0458-55EA-C545-284F-3FE6C778120F}"/>
              </a:ext>
            </a:extLst>
          </p:cNvPr>
          <p:cNvSpPr>
            <a:spLocks noGrp="1"/>
          </p:cNvSpPr>
          <p:nvPr>
            <p:ph idx="20" hasCustomPrompt="1"/>
          </p:nvPr>
        </p:nvSpPr>
        <p:spPr>
          <a:xfrm>
            <a:off x="6202885" y="2137678"/>
            <a:ext cx="2545828" cy="2018397"/>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4209104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with object with divider">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p:nvPr>
        </p:nvSpPr>
        <p:spPr>
          <a:xfrm>
            <a:off x="395287" y="1419226"/>
            <a:ext cx="4013901"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a:extLst>
              <a:ext uri="{FF2B5EF4-FFF2-40B4-BE49-F238E27FC236}">
                <a16:creationId xmlns:a16="http://schemas.microsoft.com/office/drawing/2014/main" id="{9071826F-F4A7-B9BB-3BAC-707FEE665D82}"/>
              </a:ext>
            </a:extLst>
          </p:cNvPr>
          <p:cNvCxnSpPr>
            <a:cxnSpLocks/>
          </p:cNvCxnSpPr>
          <p:nvPr userDrawn="1"/>
        </p:nvCxnSpPr>
        <p:spPr>
          <a:xfrm>
            <a:off x="4570449" y="1419225"/>
            <a:ext cx="0" cy="2736850"/>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1" name="Content placeholder" descr="Image placeholder">
            <a:extLst>
              <a:ext uri="{FF2B5EF4-FFF2-40B4-BE49-F238E27FC236}">
                <a16:creationId xmlns:a16="http://schemas.microsoft.com/office/drawing/2014/main" id="{4D811D7E-678B-CD0E-99D5-77D79F2E3541}"/>
              </a:ext>
            </a:extLst>
          </p:cNvPr>
          <p:cNvSpPr>
            <a:spLocks noGrp="1"/>
          </p:cNvSpPr>
          <p:nvPr>
            <p:ph sz="quarter" idx="14"/>
          </p:nvPr>
        </p:nvSpPr>
        <p:spPr>
          <a:xfrm>
            <a:off x="4726656" y="1419225"/>
            <a:ext cx="4022058" cy="2736850"/>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658824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with object no divider">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p:nvPr>
        </p:nvSpPr>
        <p:spPr>
          <a:xfrm>
            <a:off x="395287" y="1419226"/>
            <a:ext cx="4013901"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4D811D7E-678B-CD0E-99D5-77D79F2E3541}"/>
              </a:ext>
            </a:extLst>
          </p:cNvPr>
          <p:cNvSpPr>
            <a:spLocks noGrp="1"/>
          </p:cNvSpPr>
          <p:nvPr>
            <p:ph sz="quarter" idx="14"/>
          </p:nvPr>
        </p:nvSpPr>
        <p:spPr>
          <a:xfrm>
            <a:off x="4726656" y="1419225"/>
            <a:ext cx="4022058" cy="2736850"/>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24779217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9" name="Text placeholder">
            <a:extLst>
              <a:ext uri="{FF2B5EF4-FFF2-40B4-BE49-F238E27FC236}">
                <a16:creationId xmlns:a16="http://schemas.microsoft.com/office/drawing/2014/main" id="{693FEAFC-5349-979C-9870-571304BA63A5}"/>
              </a:ext>
            </a:extLst>
          </p:cNvPr>
          <p:cNvSpPr>
            <a:spLocks noGrp="1"/>
          </p:cNvSpPr>
          <p:nvPr>
            <p:ph idx="1"/>
          </p:nvPr>
        </p:nvSpPr>
        <p:spPr>
          <a:xfrm>
            <a:off x="395287" y="1419226"/>
            <a:ext cx="4013901"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p:nvPr>
        </p:nvSpPr>
        <p:spPr>
          <a:xfrm>
            <a:off x="4572001" y="0"/>
            <a:ext cx="4572000"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
        <p:nvSpPr>
          <p:cNvPr id="2" name="Title placeholder">
            <a:extLst>
              <a:ext uri="{FF2B5EF4-FFF2-40B4-BE49-F238E27FC236}">
                <a16:creationId xmlns:a16="http://schemas.microsoft.com/office/drawing/2014/main" id="{0521EE1F-EDA5-E3AA-880E-61088EC28E5C}"/>
              </a:ext>
            </a:extLst>
          </p:cNvPr>
          <p:cNvSpPr>
            <a:spLocks noGrp="1"/>
          </p:cNvSpPr>
          <p:nvPr>
            <p:ph type="title" hasCustomPrompt="1"/>
          </p:nvPr>
        </p:nvSpPr>
        <p:spPr>
          <a:xfrm>
            <a:off x="395287" y="419925"/>
            <a:ext cx="4013901" cy="280164"/>
          </a:xfrm>
          <a:prstGeom prst="rect">
            <a:avLst/>
          </a:prstGeom>
        </p:spPr>
        <p:txBody>
          <a:bodyPr lIns="0" tIns="0" rIns="0" bIns="0"/>
          <a:lstStyle>
            <a:lvl1pPr>
              <a:lnSpc>
                <a:spcPts val="2580"/>
              </a:lnSpc>
              <a:defRPr b="1">
                <a:solidFill>
                  <a:schemeClr val="tx2"/>
                </a:solidFill>
              </a:defRPr>
            </a:lvl1pPr>
          </a:lstStyle>
          <a:p>
            <a:r>
              <a:rPr lang="en-GB"/>
              <a:t>Click to edit Master style</a:t>
            </a:r>
            <a:endParaRPr lang="en-PL"/>
          </a:p>
        </p:txBody>
      </p:sp>
      <p:sp>
        <p:nvSpPr>
          <p:cNvPr id="5" name="Subhead placeholder">
            <a:extLst>
              <a:ext uri="{FF2B5EF4-FFF2-40B4-BE49-F238E27FC236}">
                <a16:creationId xmlns:a16="http://schemas.microsoft.com/office/drawing/2014/main" id="{8B6C58E4-D9BD-F41C-2D2F-892498CFC1A4}"/>
              </a:ext>
            </a:extLst>
          </p:cNvPr>
          <p:cNvSpPr>
            <a:spLocks noGrp="1"/>
          </p:cNvSpPr>
          <p:nvPr>
            <p:ph type="body" sz="quarter" idx="12" hasCustomPrompt="1"/>
          </p:nvPr>
        </p:nvSpPr>
        <p:spPr>
          <a:xfrm>
            <a:off x="395288" y="888150"/>
            <a:ext cx="4013901"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Tree>
    <p:extLst>
      <p:ext uri="{BB962C8B-B14F-4D97-AF65-F5344CB8AC3E}">
        <p14:creationId xmlns:p14="http://schemas.microsoft.com/office/powerpoint/2010/main" val="1824506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One column with half page object">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F23E15B7-69F4-3268-DEC2-783E30E4DA0A}"/>
              </a:ext>
            </a:extLst>
          </p:cNvPr>
          <p:cNvSpPr>
            <a:spLocks noGrp="1"/>
          </p:cNvSpPr>
          <p:nvPr>
            <p:ph type="title" hasCustomPrompt="1"/>
          </p:nvPr>
        </p:nvSpPr>
        <p:spPr>
          <a:xfrm>
            <a:off x="395287" y="419924"/>
            <a:ext cx="4013901" cy="675449"/>
          </a:xfrm>
          <a:prstGeom prst="rect">
            <a:avLst/>
          </a:prstGeom>
        </p:spPr>
        <p:txBody>
          <a:bodyPr lIns="0" tIns="0" rIns="0" bIns="0"/>
          <a:lstStyle>
            <a:lvl1pPr>
              <a:lnSpc>
                <a:spcPts val="2580"/>
              </a:lnSpc>
              <a:defRPr b="1">
                <a:solidFill>
                  <a:schemeClr val="tx2"/>
                </a:solidFill>
              </a:defRPr>
            </a:lvl1pPr>
          </a:lstStyle>
          <a:p>
            <a:r>
              <a:rPr lang="en-GB"/>
              <a:t>Click to edit </a:t>
            </a:r>
            <a:br>
              <a:rPr lang="en-GB"/>
            </a:br>
            <a:r>
              <a:rPr lang="en-GB"/>
              <a:t>Master title style</a:t>
            </a:r>
            <a:endParaRPr lang="en-PL"/>
          </a:p>
        </p:txBody>
      </p:sp>
      <p:sp>
        <p:nvSpPr>
          <p:cNvPr id="8" name="Subhead placeholder">
            <a:extLst>
              <a:ext uri="{FF2B5EF4-FFF2-40B4-BE49-F238E27FC236}">
                <a16:creationId xmlns:a16="http://schemas.microsoft.com/office/drawing/2014/main" id="{2BC63708-2FB1-D747-43D5-3A92419E2C22}"/>
              </a:ext>
            </a:extLst>
          </p:cNvPr>
          <p:cNvSpPr>
            <a:spLocks noGrp="1"/>
          </p:cNvSpPr>
          <p:nvPr>
            <p:ph type="body" sz="quarter" idx="12" hasCustomPrompt="1"/>
          </p:nvPr>
        </p:nvSpPr>
        <p:spPr>
          <a:xfrm>
            <a:off x="395288" y="1095375"/>
            <a:ext cx="4013901" cy="255894"/>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9" name="Text placeholder">
            <a:extLst>
              <a:ext uri="{FF2B5EF4-FFF2-40B4-BE49-F238E27FC236}">
                <a16:creationId xmlns:a16="http://schemas.microsoft.com/office/drawing/2014/main" id="{693FEAFC-5349-979C-9870-571304BA63A5}"/>
              </a:ext>
            </a:extLst>
          </p:cNvPr>
          <p:cNvSpPr>
            <a:spLocks noGrp="1"/>
          </p:cNvSpPr>
          <p:nvPr>
            <p:ph idx="1"/>
          </p:nvPr>
        </p:nvSpPr>
        <p:spPr>
          <a:xfrm>
            <a:off x="395287" y="1419226"/>
            <a:ext cx="4013901"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p:nvPr>
        </p:nvSpPr>
        <p:spPr>
          <a:xfrm>
            <a:off x="4572001" y="0"/>
            <a:ext cx="4572000"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1232559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2C15873-72FD-86D1-6B9A-7F97A4B3DACE}"/>
              </a:ext>
            </a:extLst>
          </p:cNvPr>
          <p:cNvSpPr>
            <a:spLocks noGrp="1"/>
          </p:cNvSpPr>
          <p:nvPr>
            <p:ph type="title"/>
          </p:nvPr>
        </p:nvSpPr>
        <p:spPr>
          <a:xfrm>
            <a:off x="395287" y="419925"/>
            <a:ext cx="5487353"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BE0AEE91-AFDF-3A7A-37B2-68115E71BCF0}"/>
              </a:ext>
            </a:extLst>
          </p:cNvPr>
          <p:cNvSpPr>
            <a:spLocks noGrp="1"/>
          </p:cNvSpPr>
          <p:nvPr>
            <p:ph type="body" sz="quarter" idx="12" hasCustomPrompt="1"/>
          </p:nvPr>
        </p:nvSpPr>
        <p:spPr>
          <a:xfrm>
            <a:off x="395288" y="888150"/>
            <a:ext cx="5487353"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C8082357-A639-19E7-3264-8596F01C1551}"/>
              </a:ext>
            </a:extLst>
          </p:cNvPr>
          <p:cNvSpPr>
            <a:spLocks noGrp="1"/>
          </p:cNvSpPr>
          <p:nvPr>
            <p:ph idx="1"/>
          </p:nvPr>
        </p:nvSpPr>
        <p:spPr>
          <a:xfrm>
            <a:off x="395287" y="1419226"/>
            <a:ext cx="5487353" cy="2736850"/>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p:nvPr>
        </p:nvSpPr>
        <p:spPr>
          <a:xfrm>
            <a:off x="6098400" y="0"/>
            <a:ext cx="3045600"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5142494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6B9B39F9-8511-F112-B70E-AD6D7D0DB9FE}"/>
              </a:ext>
            </a:extLst>
          </p:cNvPr>
          <p:cNvSpPr>
            <a:spLocks noGrp="1"/>
          </p:cNvSpPr>
          <p:nvPr>
            <p:ph type="title"/>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US"/>
              <a:t>Click to edit Master title style</a:t>
            </a:r>
            <a:endParaRPr lang="en-PL"/>
          </a:p>
        </p:txBody>
      </p:sp>
      <p:sp>
        <p:nvSpPr>
          <p:cNvPr id="5" name="Subhead placeholder">
            <a:extLst>
              <a:ext uri="{FF2B5EF4-FFF2-40B4-BE49-F238E27FC236}">
                <a16:creationId xmlns:a16="http://schemas.microsoft.com/office/drawing/2014/main" id="{90BE6229-222F-3D00-FE6C-893348EFB615}"/>
              </a:ext>
            </a:extLst>
          </p:cNvPr>
          <p:cNvSpPr>
            <a:spLocks noGrp="1"/>
          </p:cNvSpPr>
          <p:nvPr>
            <p:ph type="body" sz="quarter" idx="12" hasCustomPrompt="1"/>
          </p:nvPr>
        </p:nvSpPr>
        <p:spPr>
          <a:xfrm>
            <a:off x="395288" y="888150"/>
            <a:ext cx="8353425" cy="207225"/>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369A4529-F352-932B-6901-37B5E425934C}"/>
              </a:ext>
            </a:extLst>
          </p:cNvPr>
          <p:cNvSpPr>
            <a:spLocks noGrp="1"/>
          </p:cNvSpPr>
          <p:nvPr>
            <p:ph idx="1"/>
          </p:nvPr>
        </p:nvSpPr>
        <p:spPr>
          <a:xfrm>
            <a:off x="6898463" y="1408924"/>
            <a:ext cx="1850250" cy="2747152"/>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descr="World map&#10;">
            <a:extLst>
              <a:ext uri="{FF2B5EF4-FFF2-40B4-BE49-F238E27FC236}">
                <a16:creationId xmlns:a16="http://schemas.microsoft.com/office/drawing/2014/main" id="{05022FF1-E54F-434D-0415-62D6A696A21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07" t="21296" r="2271" b="12901"/>
          <a:stretch/>
        </p:blipFill>
        <p:spPr>
          <a:xfrm>
            <a:off x="361421" y="1375539"/>
            <a:ext cx="6231290" cy="3193536"/>
          </a:xfrm>
          <a:prstGeom prst="rect">
            <a:avLst/>
          </a:prstGeom>
        </p:spPr>
      </p:pic>
      <p:sp>
        <p:nvSpPr>
          <p:cNvPr id="3" name="Footer placeholder">
            <a:extLst>
              <a:ext uri="{FF2B5EF4-FFF2-40B4-BE49-F238E27FC236}">
                <a16:creationId xmlns:a16="http://schemas.microsoft.com/office/drawing/2014/main" id="{BA84AC58-2B59-2E91-1334-9BA6D032EB31}"/>
              </a:ext>
            </a:extLst>
          </p:cNvPr>
          <p:cNvSpPr>
            <a:spLocks noGrp="1"/>
          </p:cNvSpPr>
          <p:nvPr>
            <p:ph type="ftr" sz="quarter" idx="10"/>
          </p:nvPr>
        </p:nvSpPr>
        <p:spPr/>
        <p:txBody>
          <a:bodyPr/>
          <a:lstStyle/>
          <a:p>
            <a:r>
              <a:rPr lang="en-US"/>
              <a:t>Property of Schneider Electric |</a:t>
            </a:r>
          </a:p>
        </p:txBody>
      </p:sp>
      <p:sp>
        <p:nvSpPr>
          <p:cNvPr id="4" name="Slide Number placeholder">
            <a:extLst>
              <a:ext uri="{FF2B5EF4-FFF2-40B4-BE49-F238E27FC236}">
                <a16:creationId xmlns:a16="http://schemas.microsoft.com/office/drawing/2014/main" id="{C3F9A2F8-5614-8015-A9DD-151AC3B9BD2D}"/>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3875652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0828395D-ACDE-BE4E-DEAB-9C149D4D1326}"/>
              </a:ext>
            </a:extLst>
          </p:cNvPr>
          <p:cNvSpPr>
            <a:spLocks noGrp="1"/>
          </p:cNvSpPr>
          <p:nvPr>
            <p:ph type="title" hasCustomPrompt="1"/>
          </p:nvPr>
        </p:nvSpPr>
        <p:spPr>
          <a:xfrm>
            <a:off x="395287" y="419925"/>
            <a:ext cx="8353425" cy="280164"/>
          </a:xfrm>
          <a:prstGeom prst="rect">
            <a:avLst/>
          </a:prstGeom>
        </p:spPr>
        <p:txBody>
          <a:bodyPr lIns="0" tIns="0" rIns="0" bIns="0"/>
          <a:lstStyle>
            <a:lvl1pPr>
              <a:lnSpc>
                <a:spcPts val="2580"/>
              </a:lnSpc>
              <a:defRPr b="1">
                <a:solidFill>
                  <a:schemeClr val="tx2"/>
                </a:solidFill>
              </a:defRPr>
            </a:lvl1pPr>
          </a:lstStyle>
          <a:p>
            <a:r>
              <a:rPr lang="en-GB"/>
              <a:t>Agenda</a:t>
            </a:r>
            <a:endParaRPr lang="en-PL"/>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395289" y="1419226"/>
            <a:ext cx="8353424" cy="273685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marL="342900" marR="0" lvl="0" indent="-342900" algn="l" defTabSz="457184" rtl="0" eaLnBrk="1" fontAlgn="auto" latinLnBrk="0" hangingPunct="1">
              <a:lnSpc>
                <a:spcPct val="100000"/>
              </a:lnSpc>
              <a:spcBef>
                <a:spcPts val="500"/>
              </a:spcBef>
              <a:spcAft>
                <a:spcPts val="500"/>
              </a:spcAft>
              <a:buClr>
                <a:schemeClr val="bg2"/>
              </a:buClr>
              <a:buSzTx/>
              <a:buFont typeface="+mj-lt"/>
              <a:buAutoNum type="arabicPeriod"/>
              <a:tabLst/>
              <a:defRPr/>
            </a:pPr>
            <a:r>
              <a:rPr lang="en-US"/>
              <a:t>Click to edit master text styles</a:t>
            </a:r>
          </a:p>
          <a:p>
            <a:pPr marL="342900" marR="0" lvl="0" indent="-342900" algn="l" defTabSz="457184" rtl="0" eaLnBrk="1" fontAlgn="auto" latinLnBrk="0" hangingPunct="1">
              <a:lnSpc>
                <a:spcPct val="100000"/>
              </a:lnSpc>
              <a:spcBef>
                <a:spcPts val="500"/>
              </a:spcBef>
              <a:spcAft>
                <a:spcPts val="500"/>
              </a:spcAft>
              <a:buClr>
                <a:schemeClr val="bg2"/>
              </a:buClr>
              <a:buSzTx/>
              <a:buFont typeface="+mj-lt"/>
              <a:buAutoNum type="arabicPeriod"/>
              <a:tabLst/>
              <a:defRPr/>
            </a:pPr>
            <a:r>
              <a:rPr lang="en-US"/>
              <a:t>Click to edit master text styles</a:t>
            </a:r>
          </a:p>
          <a:p>
            <a:pPr marL="342900" marR="0" lvl="0" indent="-342900" algn="l" defTabSz="457184" rtl="0" eaLnBrk="1" fontAlgn="auto" latinLnBrk="0" hangingPunct="1">
              <a:lnSpc>
                <a:spcPct val="100000"/>
              </a:lnSpc>
              <a:spcBef>
                <a:spcPts val="500"/>
              </a:spcBef>
              <a:spcAft>
                <a:spcPts val="500"/>
              </a:spcAft>
              <a:buClr>
                <a:schemeClr val="bg2"/>
              </a:buClr>
              <a:buSzTx/>
              <a:buFont typeface="+mj-lt"/>
              <a:buAutoNum type="arabicPeriod"/>
              <a:tabLst/>
              <a:defRPr/>
            </a:pPr>
            <a:r>
              <a:rPr lang="en-US"/>
              <a:t>Click to edit master text styles</a:t>
            </a:r>
          </a:p>
          <a:p>
            <a:pPr marL="342900" marR="0" lvl="0" indent="-342900" algn="l" defTabSz="457184" rtl="0" eaLnBrk="1" fontAlgn="auto" latinLnBrk="0" hangingPunct="1">
              <a:lnSpc>
                <a:spcPct val="100000"/>
              </a:lnSpc>
              <a:spcBef>
                <a:spcPts val="500"/>
              </a:spcBef>
              <a:spcAft>
                <a:spcPts val="500"/>
              </a:spcAft>
              <a:buClr>
                <a:schemeClr val="bg2"/>
              </a:buClr>
              <a:buSzTx/>
              <a:buFont typeface="+mj-lt"/>
              <a:buAutoNum type="arabicPeriod"/>
              <a:tabLst/>
              <a:defRPr/>
            </a:pPr>
            <a:r>
              <a:rPr lang="en-US"/>
              <a:t>Click to edit master text styles</a:t>
            </a:r>
          </a:p>
          <a:p>
            <a:pPr marL="342900" marR="0" lvl="0" indent="-342900" algn="l" defTabSz="457184" rtl="0" eaLnBrk="1" fontAlgn="auto" latinLnBrk="0" hangingPunct="1">
              <a:lnSpc>
                <a:spcPct val="100000"/>
              </a:lnSpc>
              <a:spcBef>
                <a:spcPts val="500"/>
              </a:spcBef>
              <a:spcAft>
                <a:spcPts val="500"/>
              </a:spcAft>
              <a:buClr>
                <a:schemeClr val="bg2"/>
              </a:buClr>
              <a:buSzTx/>
              <a:buFont typeface="+mj-lt"/>
              <a:buAutoNum type="arabicPeriod"/>
              <a:tabLst/>
              <a:defRPr/>
            </a:pPr>
            <a:r>
              <a:rPr lang="en-US"/>
              <a:t>Click to edit master text styles</a:t>
            </a:r>
          </a:p>
          <a:p>
            <a:pPr marL="342900" marR="0" lvl="0" indent="-342900" algn="l" defTabSz="457184" rtl="0" eaLnBrk="1" fontAlgn="auto" latinLnBrk="0" hangingPunct="1">
              <a:lnSpc>
                <a:spcPct val="100000"/>
              </a:lnSpc>
              <a:spcBef>
                <a:spcPts val="500"/>
              </a:spcBef>
              <a:spcAft>
                <a:spcPts val="500"/>
              </a:spcAft>
              <a:buClr>
                <a:schemeClr val="bg2"/>
              </a:buClr>
              <a:buSzTx/>
              <a:buFont typeface="+mj-lt"/>
              <a:buAutoNum type="arabicPeriod"/>
              <a:tabLst/>
              <a:defRPr/>
            </a:pPr>
            <a:r>
              <a:rPr lang="en-US"/>
              <a:t>Click to edit master text styles</a:t>
            </a:r>
          </a:p>
          <a:p>
            <a:pPr lvl="0"/>
            <a:endParaRPr lang="en-US"/>
          </a:p>
        </p:txBody>
      </p:sp>
      <p:sp>
        <p:nvSpPr>
          <p:cNvPr id="2" name="Footer placeholder">
            <a:extLst>
              <a:ext uri="{FF2B5EF4-FFF2-40B4-BE49-F238E27FC236}">
                <a16:creationId xmlns:a16="http://schemas.microsoft.com/office/drawing/2014/main" id="{BE7A1094-7399-BD91-B937-B4361C134B5C}"/>
              </a:ext>
            </a:extLst>
          </p:cNvPr>
          <p:cNvSpPr>
            <a:spLocks noGrp="1"/>
          </p:cNvSpPr>
          <p:nvPr>
            <p:ph type="ftr" sz="quarter" idx="10"/>
          </p:nvPr>
        </p:nvSpPr>
        <p:spPr/>
        <p:txBody>
          <a:bodyPr/>
          <a:lstStyle/>
          <a:p>
            <a:r>
              <a:rPr lang="en-US"/>
              <a:t>Property of Schneider Electric |</a:t>
            </a:r>
          </a:p>
        </p:txBody>
      </p:sp>
      <p:sp>
        <p:nvSpPr>
          <p:cNvPr id="5" name="Slide Number placeholder">
            <a:extLst>
              <a:ext uri="{FF2B5EF4-FFF2-40B4-BE49-F238E27FC236}">
                <a16:creationId xmlns:a16="http://schemas.microsoft.com/office/drawing/2014/main" id="{64791CAB-21E5-A0A7-0DB6-DF835776490E}"/>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pic>
        <p:nvPicPr>
          <p:cNvPr id="4" name="Schneider Electric logotype" descr="schneider_LIO_Life-Green_RGB.png">
            <a:extLst>
              <a:ext uri="{FF2B5EF4-FFF2-40B4-BE49-F238E27FC236}">
                <a16:creationId xmlns:a16="http://schemas.microsoft.com/office/drawing/2014/main" id="{E3418C87-C88E-B373-0FE2-081A19FC94FB}"/>
              </a:ext>
            </a:extLst>
          </p:cNvPr>
          <p:cNvPicPr>
            <a:picLocks noChangeAspect="1"/>
          </p:cNvPicPr>
          <p:nvPr userDrawn="1"/>
        </p:nvPicPr>
        <p:blipFill>
          <a:blip r:embed="rId2" cstate="print"/>
          <a:stretch>
            <a:fillRect/>
          </a:stretch>
        </p:blipFill>
        <p:spPr>
          <a:xfrm>
            <a:off x="6975460" y="4550368"/>
            <a:ext cx="1864001" cy="513932"/>
          </a:xfrm>
          <a:prstGeom prst="rect">
            <a:avLst/>
          </a:prstGeom>
        </p:spPr>
      </p:pic>
    </p:spTree>
    <p:extLst>
      <p:ext uri="{BB962C8B-B14F-4D97-AF65-F5344CB8AC3E}">
        <p14:creationId xmlns:p14="http://schemas.microsoft.com/office/powerpoint/2010/main" val="157573679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395289" y="2175152"/>
            <a:ext cx="8353424" cy="396597"/>
          </a:xfrm>
          <a:prstGeom prst="rect">
            <a:avLst/>
          </a:prstGeom>
        </p:spPr>
        <p:txBody>
          <a:bodyPr lIns="0" tIns="0" rIns="0" bIns="0" anchor="ctr" anchorCtr="0">
            <a:noAutofit/>
          </a:bodyPr>
          <a:lstStyle>
            <a:lvl1pPr algn="l">
              <a:defRPr sz="3400" b="1" baseline="0">
                <a:solidFill>
                  <a:schemeClr val="bg2"/>
                </a:solidFill>
              </a:defRPr>
            </a:lvl1pPr>
          </a:lstStyle>
          <a:p>
            <a:r>
              <a:rPr lang="en-US"/>
              <a:t>Click To Edit Section Title</a:t>
            </a:r>
          </a:p>
        </p:txBody>
      </p:sp>
      <p:sp>
        <p:nvSpPr>
          <p:cNvPr id="8" name="Subtitle placeholder"/>
          <p:cNvSpPr>
            <a:spLocks noGrp="1"/>
          </p:cNvSpPr>
          <p:nvPr>
            <p:ph type="body" sz="quarter" idx="11" hasCustomPrompt="1"/>
          </p:nvPr>
        </p:nvSpPr>
        <p:spPr>
          <a:xfrm>
            <a:off x="395289" y="2753766"/>
            <a:ext cx="8353424" cy="215444"/>
          </a:xfrm>
          <a:prstGeom prst="rect">
            <a:avLst/>
          </a:prstGeom>
        </p:spPr>
        <p:txBody>
          <a:bodyPr lIns="0" tIns="0" rIns="0" bIns="0" anchor="ctr" anchorCtr="0">
            <a:noAutofit/>
          </a:bodyPr>
          <a:lstStyle>
            <a:lvl1pPr marL="0" indent="0">
              <a:buNone/>
              <a:defRPr sz="1800" baseline="0">
                <a:solidFill>
                  <a:schemeClr val="accent1">
                    <a:lumMod val="75000"/>
                  </a:schemeClr>
                </a:solidFill>
              </a:defRPr>
            </a:lvl1pPr>
          </a:lstStyle>
          <a:p>
            <a:pPr lvl="0"/>
            <a:r>
              <a:rPr lang="en-US"/>
              <a:t>Click To Edit Optional Subtitle</a:t>
            </a:r>
          </a:p>
        </p:txBody>
      </p:sp>
      <p:sp>
        <p:nvSpPr>
          <p:cNvPr id="4" name="Footer placeholder">
            <a:extLst>
              <a:ext uri="{FF2B5EF4-FFF2-40B4-BE49-F238E27FC236}">
                <a16:creationId xmlns:a16="http://schemas.microsoft.com/office/drawing/2014/main" id="{D1D83989-E9A0-D0FC-B894-B3F768CA1175}"/>
              </a:ext>
            </a:extLst>
          </p:cNvPr>
          <p:cNvSpPr>
            <a:spLocks noGrp="1"/>
          </p:cNvSpPr>
          <p:nvPr>
            <p:ph type="ftr" sz="quarter" idx="12"/>
          </p:nvPr>
        </p:nvSpPr>
        <p:spPr/>
        <p:txBody>
          <a:bodyPr/>
          <a:lstStyle/>
          <a:p>
            <a:r>
              <a:rPr lang="en-US"/>
              <a:t>Property of Schneider Electric |</a:t>
            </a:r>
          </a:p>
        </p:txBody>
      </p:sp>
      <p:sp>
        <p:nvSpPr>
          <p:cNvPr id="5" name="Slide Number placeholder">
            <a:extLst>
              <a:ext uri="{FF2B5EF4-FFF2-40B4-BE49-F238E27FC236}">
                <a16:creationId xmlns:a16="http://schemas.microsoft.com/office/drawing/2014/main" id="{71319FF5-C6FA-6343-D7B8-1EEE0BAF02A3}"/>
              </a:ext>
            </a:extLst>
          </p:cNvPr>
          <p:cNvSpPr>
            <a:spLocks noGrp="1"/>
          </p:cNvSpPr>
          <p:nvPr>
            <p:ph type="sldNum" sz="quarter" idx="13"/>
          </p:nvPr>
        </p:nvSpPr>
        <p:spPr/>
        <p:txBody>
          <a:bodyPr/>
          <a:lstStyle/>
          <a:p>
            <a:r>
              <a:rPr lang="en-US"/>
              <a:t>Page </a:t>
            </a:r>
            <a:fld id="{5A9C12DC-491F-9444-86A2-13AC5C62A2FC}" type="slidenum">
              <a:rPr lang="en-US" smtClean="0"/>
              <a:pPr/>
              <a:t>‹#›</a:t>
            </a:fld>
            <a:endParaRPr lang="en-US"/>
          </a:p>
        </p:txBody>
      </p:sp>
      <p:pic>
        <p:nvPicPr>
          <p:cNvPr id="2" name="Schneider Electric logotype" descr="schneider_LIO_Life-Green_RGB.png">
            <a:extLst>
              <a:ext uri="{FF2B5EF4-FFF2-40B4-BE49-F238E27FC236}">
                <a16:creationId xmlns:a16="http://schemas.microsoft.com/office/drawing/2014/main" id="{DB404AF5-5F44-5087-512F-13290358EE8D}"/>
              </a:ext>
            </a:extLst>
          </p:cNvPr>
          <p:cNvPicPr>
            <a:picLocks noChangeAspect="1"/>
          </p:cNvPicPr>
          <p:nvPr userDrawn="1"/>
        </p:nvPicPr>
        <p:blipFill>
          <a:blip r:embed="rId2" cstate="print"/>
          <a:stretch>
            <a:fillRect/>
          </a:stretch>
        </p:blipFill>
        <p:spPr>
          <a:xfrm>
            <a:off x="6975460" y="4550368"/>
            <a:ext cx="1864001" cy="513932"/>
          </a:xfrm>
          <a:prstGeom prst="rect">
            <a:avLst/>
          </a:prstGeom>
        </p:spPr>
      </p:pic>
    </p:spTree>
    <p:extLst>
      <p:ext uri="{BB962C8B-B14F-4D97-AF65-F5344CB8AC3E}">
        <p14:creationId xmlns:p14="http://schemas.microsoft.com/office/powerpoint/2010/main" val="23161457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395289" y="1875296"/>
            <a:ext cx="4176711" cy="1393104"/>
          </a:xfrm>
          <a:prstGeom prst="rect">
            <a:avLst/>
          </a:prstGeom>
        </p:spPr>
        <p:txBody>
          <a:bodyPr lIns="0" tIns="0" rIns="0" bIns="0" anchor="ctr" anchorCtr="0">
            <a:noAutofit/>
          </a:bodyPr>
          <a:lstStyle>
            <a:lvl1pPr algn="l">
              <a:lnSpc>
                <a:spcPts val="3680"/>
              </a:lnSpc>
              <a:defRPr sz="3400" b="1" baseline="0">
                <a:solidFill>
                  <a:schemeClr val="bg2"/>
                </a:solidFill>
              </a:defRPr>
            </a:lvl1pPr>
          </a:lstStyle>
          <a:p>
            <a:r>
              <a:rPr lang="en-US"/>
              <a:t>Click to edit </a:t>
            </a:r>
            <a:br>
              <a:rPr lang="en-US"/>
            </a:br>
            <a:r>
              <a:rPr lang="en-US"/>
              <a:t>quote/lead or other</a:t>
            </a:r>
            <a:br>
              <a:rPr lang="en-US"/>
            </a:br>
            <a:r>
              <a:rPr lang="en-US"/>
              <a:t>text that is in 3 lines</a:t>
            </a:r>
          </a:p>
        </p:txBody>
      </p:sp>
      <p:sp>
        <p:nvSpPr>
          <p:cNvPr id="4" name="Footer placeholder">
            <a:extLst>
              <a:ext uri="{FF2B5EF4-FFF2-40B4-BE49-F238E27FC236}">
                <a16:creationId xmlns:a16="http://schemas.microsoft.com/office/drawing/2014/main" id="{4007D90A-D80F-768A-B1F3-5E1271C2AF52}"/>
              </a:ext>
            </a:extLst>
          </p:cNvPr>
          <p:cNvSpPr>
            <a:spLocks noGrp="1"/>
          </p:cNvSpPr>
          <p:nvPr>
            <p:ph type="ftr" sz="quarter" idx="10"/>
          </p:nvPr>
        </p:nvSpPr>
        <p:spPr/>
        <p:txBody>
          <a:bodyPr/>
          <a:lstStyle/>
          <a:p>
            <a:r>
              <a:rPr lang="en-US"/>
              <a:t>Property of Schneider Electric |</a:t>
            </a:r>
          </a:p>
        </p:txBody>
      </p:sp>
      <p:sp>
        <p:nvSpPr>
          <p:cNvPr id="5" name="Slide Number placeholder">
            <a:extLst>
              <a:ext uri="{FF2B5EF4-FFF2-40B4-BE49-F238E27FC236}">
                <a16:creationId xmlns:a16="http://schemas.microsoft.com/office/drawing/2014/main" id="{1E113C9C-F0CA-CF1C-3630-2899F8D9092C}"/>
              </a:ext>
            </a:extLst>
          </p:cNvPr>
          <p:cNvSpPr>
            <a:spLocks noGrp="1"/>
          </p:cNvSpPr>
          <p:nvPr>
            <p:ph type="sldNum" sz="quarter" idx="11"/>
          </p:nvPr>
        </p:nvSpPr>
        <p:spPr/>
        <p:txBody>
          <a:bodyPr/>
          <a:lstStyle/>
          <a:p>
            <a:r>
              <a:rPr lang="en-US"/>
              <a:t>Page </a:t>
            </a:r>
            <a:fld id="{5A9C12DC-491F-9444-86A2-13AC5C62A2FC}" type="slidenum">
              <a:rPr lang="en-US" smtClean="0"/>
              <a:pPr/>
              <a:t>‹#›</a:t>
            </a:fld>
            <a:endParaRPr lang="en-US"/>
          </a:p>
        </p:txBody>
      </p:sp>
      <p:pic>
        <p:nvPicPr>
          <p:cNvPr id="3" name="Schneider Electric logotype" descr="schneider_LIO_Life-Green_RGB.png">
            <a:extLst>
              <a:ext uri="{FF2B5EF4-FFF2-40B4-BE49-F238E27FC236}">
                <a16:creationId xmlns:a16="http://schemas.microsoft.com/office/drawing/2014/main" id="{7E4B85D1-9A3C-7E01-9999-7880D042C1AB}"/>
              </a:ext>
            </a:extLst>
          </p:cNvPr>
          <p:cNvPicPr>
            <a:picLocks noChangeAspect="1"/>
          </p:cNvPicPr>
          <p:nvPr userDrawn="1"/>
        </p:nvPicPr>
        <p:blipFill>
          <a:blip r:embed="rId2" cstate="print"/>
          <a:stretch>
            <a:fillRect/>
          </a:stretch>
        </p:blipFill>
        <p:spPr>
          <a:xfrm>
            <a:off x="6975460" y="4550368"/>
            <a:ext cx="1864001" cy="513932"/>
          </a:xfrm>
          <a:prstGeom prst="rect">
            <a:avLst/>
          </a:prstGeom>
        </p:spPr>
      </p:pic>
    </p:spTree>
    <p:extLst>
      <p:ext uri="{BB962C8B-B14F-4D97-AF65-F5344CB8AC3E}">
        <p14:creationId xmlns:p14="http://schemas.microsoft.com/office/powerpoint/2010/main" val="18572564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with full page image">
    <p:spTree>
      <p:nvGrpSpPr>
        <p:cNvPr id="1" name=""/>
        <p:cNvGrpSpPr/>
        <p:nvPr/>
      </p:nvGrpSpPr>
      <p:grpSpPr>
        <a:xfrm>
          <a:off x="0" y="0"/>
          <a:ext cx="0" cy="0"/>
          <a:chOff x="0" y="0"/>
          <a:chExt cx="0" cy="0"/>
        </a:xfrm>
      </p:grpSpPr>
      <p:sp>
        <p:nvSpPr>
          <p:cNvPr id="19" name="Image placeholder"/>
          <p:cNvSpPr>
            <a:spLocks noGrp="1"/>
          </p:cNvSpPr>
          <p:nvPr>
            <p:ph type="pic" sz="quarter" idx="14"/>
          </p:nvPr>
        </p:nvSpPr>
        <p:spPr>
          <a:xfrm>
            <a:off x="0" y="0"/>
            <a:ext cx="9144000" cy="5143500"/>
          </a:xfrm>
          <a:prstGeom prst="rect">
            <a:avLst/>
          </a:prstGeom>
          <a:solidFill>
            <a:schemeClr val="bg1">
              <a:lumMod val="95000"/>
            </a:schemeClr>
          </a:solidFill>
        </p:spPr>
        <p:txBody>
          <a:bodyPr lIns="91437" tIns="45718" rIns="91437" bIns="45718"/>
          <a:lstStyle>
            <a:lvl1pPr>
              <a:buNone/>
              <a:defRPr sz="1400">
                <a:solidFill>
                  <a:schemeClr val="bg1">
                    <a:lumMod val="85000"/>
                  </a:schemeClr>
                </a:solidFill>
              </a:defRPr>
            </a:lvl1pPr>
          </a:lstStyle>
          <a:p>
            <a:r>
              <a:rPr lang="en-GB"/>
              <a:t>Click icon to add picture</a:t>
            </a:r>
            <a:endParaRPr lang="en-US"/>
          </a:p>
        </p:txBody>
      </p:sp>
      <p:sp>
        <p:nvSpPr>
          <p:cNvPr id="8" name="Title"/>
          <p:cNvSpPr>
            <a:spLocks noGrp="1"/>
          </p:cNvSpPr>
          <p:nvPr>
            <p:ph type="ctrTitle" hasCustomPrompt="1"/>
          </p:nvPr>
        </p:nvSpPr>
        <p:spPr>
          <a:xfrm>
            <a:off x="395288" y="2571750"/>
            <a:ext cx="8353425" cy="553998"/>
          </a:xfrm>
          <a:prstGeom prst="rect">
            <a:avLst/>
          </a:prstGeom>
        </p:spPr>
        <p:txBody>
          <a:bodyPr wrap="none" lIns="0" tIns="0" rIns="0" bIns="0" anchor="ctr" anchorCtr="0">
            <a:noAutofit/>
          </a:bodyPr>
          <a:lstStyle>
            <a:lvl1pPr marL="0" indent="0" algn="l">
              <a:buFont typeface="Arial"/>
              <a:buNone/>
              <a:defRPr sz="2800" b="1">
                <a:solidFill>
                  <a:schemeClr val="bg2"/>
                </a:solidFill>
              </a:defRPr>
            </a:lvl1pPr>
          </a:lstStyle>
          <a:p>
            <a:r>
              <a:rPr lang="en-US"/>
              <a:t>Presentation Title</a:t>
            </a:r>
          </a:p>
        </p:txBody>
      </p:sp>
      <p:sp>
        <p:nvSpPr>
          <p:cNvPr id="9" name="Subtitle"/>
          <p:cNvSpPr>
            <a:spLocks noGrp="1"/>
          </p:cNvSpPr>
          <p:nvPr>
            <p:ph type="subTitle" idx="1" hasCustomPrompt="1"/>
          </p:nvPr>
        </p:nvSpPr>
        <p:spPr>
          <a:xfrm>
            <a:off x="395288" y="3204247"/>
            <a:ext cx="8353426" cy="210960"/>
          </a:xfrm>
          <a:prstGeom prst="rect">
            <a:avLst/>
          </a:prstGeom>
        </p:spPr>
        <p:txBody>
          <a:bodyPr lIns="0" tIns="0" rIns="0" bIns="0">
            <a:noAutofit/>
          </a:bodyPr>
          <a:lstStyle>
            <a:lvl1pPr marL="0" indent="0" algn="l">
              <a:buNone/>
              <a:defRPr sz="1600" baseline="0">
                <a:solidFill>
                  <a:schemeClr val="bg2"/>
                </a:solidFill>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2" name="Presenter and date">
            <a:extLst>
              <a:ext uri="{FF2B5EF4-FFF2-40B4-BE49-F238E27FC236}">
                <a16:creationId xmlns:a16="http://schemas.microsoft.com/office/drawing/2014/main" id="{FC8DC9EA-D2DD-1BBC-2271-12D1887C33D0}"/>
              </a:ext>
            </a:extLst>
          </p:cNvPr>
          <p:cNvSpPr>
            <a:spLocks noGrp="1"/>
          </p:cNvSpPr>
          <p:nvPr>
            <p:ph type="body" sz="quarter" idx="15" hasCustomPrompt="1"/>
          </p:nvPr>
        </p:nvSpPr>
        <p:spPr>
          <a:xfrm>
            <a:off x="395288" y="3940699"/>
            <a:ext cx="8351204" cy="215445"/>
          </a:xfrm>
          <a:prstGeom prst="rect">
            <a:avLst/>
          </a:prstGeom>
          <a:noFill/>
        </p:spPr>
        <p:txBody>
          <a:bodyPr lIns="0" tIns="0" rIns="0" bIns="0"/>
          <a:lstStyle>
            <a:lvl1pPr marL="0" indent="0">
              <a:spcBef>
                <a:spcPts val="0"/>
              </a:spcBef>
              <a:spcAft>
                <a:spcPts val="0"/>
              </a:spcAft>
              <a:buNone/>
              <a:defRPr sz="12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err="1"/>
              <a:t>Presented</a:t>
            </a:r>
            <a:r>
              <a:rPr lang="fr-FR"/>
              <a:t> by: </a:t>
            </a:r>
          </a:p>
          <a:p>
            <a:pPr lvl="0"/>
            <a:endParaRPr lang="fr-FR"/>
          </a:p>
        </p:txBody>
      </p:sp>
      <p:sp>
        <p:nvSpPr>
          <p:cNvPr id="11" name="Footer placeholder">
            <a:extLst>
              <a:ext uri="{FF2B5EF4-FFF2-40B4-BE49-F238E27FC236}">
                <a16:creationId xmlns:a16="http://schemas.microsoft.com/office/drawing/2014/main" id="{007667A0-E223-775E-70D5-046D0535DA35}"/>
              </a:ext>
            </a:extLst>
          </p:cNvPr>
          <p:cNvSpPr>
            <a:spLocks noGrp="1"/>
          </p:cNvSpPr>
          <p:nvPr>
            <p:ph type="ftr" sz="quarter" idx="16"/>
          </p:nvPr>
        </p:nvSpPr>
        <p:spPr>
          <a:xfrm>
            <a:off x="399790" y="4868182"/>
            <a:ext cx="1038486" cy="97096"/>
          </a:xfrm>
          <a:prstGeom prst="rect">
            <a:avLst/>
          </a:prstGeom>
        </p:spPr>
        <p:txBody>
          <a:bodyPr lIns="0" tIns="0" rIns="0" bIns="0"/>
          <a:lstStyle>
            <a:lvl1pPr>
              <a:defRPr kumimoji="0" lang="en-PL" sz="600" b="0" i="0" u="none" strike="noStrike" kern="1200" cap="none" spc="0" normalizeH="0" baseline="0">
                <a:ln>
                  <a:noFill/>
                </a:ln>
                <a:solidFill>
                  <a:schemeClr val="bg1"/>
                </a:solidFill>
                <a:effectLst/>
                <a:uLnTx/>
                <a:uFillTx/>
                <a:latin typeface="Arial"/>
                <a:ea typeface="+mn-ea"/>
                <a:cs typeface="Arial"/>
              </a:defRPr>
            </a:lvl1pPr>
          </a:lstStyle>
          <a:p>
            <a:r>
              <a:rPr lang="en-US"/>
              <a:t>Property of Schneider Electric </a:t>
            </a:r>
          </a:p>
        </p:txBody>
      </p:sp>
      <p:grpSp>
        <p:nvGrpSpPr>
          <p:cNvPr id="5" name="Schneider Electric logotype">
            <a:extLst>
              <a:ext uri="{FF2B5EF4-FFF2-40B4-BE49-F238E27FC236}">
                <a16:creationId xmlns:a16="http://schemas.microsoft.com/office/drawing/2014/main" id="{2F60AECC-D80E-7AB3-9EEA-892836163E60}"/>
              </a:ext>
              <a:ext uri="{C183D7F6-B498-43B3-948B-1728B52AA6E4}">
                <adec:decorative xmlns:adec="http://schemas.microsoft.com/office/drawing/2017/decorative" val="1"/>
              </a:ext>
            </a:extLst>
          </p:cNvPr>
          <p:cNvGrpSpPr/>
          <p:nvPr userDrawn="1"/>
        </p:nvGrpSpPr>
        <p:grpSpPr>
          <a:xfrm>
            <a:off x="6888149" y="4469443"/>
            <a:ext cx="2041799" cy="675610"/>
            <a:chOff x="6309407" y="4425246"/>
            <a:chExt cx="2191384" cy="725106"/>
          </a:xfrm>
        </p:grpSpPr>
        <p:pic>
          <p:nvPicPr>
            <p:cNvPr id="7" name="Picture 6">
              <a:extLst>
                <a:ext uri="{FF2B5EF4-FFF2-40B4-BE49-F238E27FC236}">
                  <a16:creationId xmlns:a16="http://schemas.microsoft.com/office/drawing/2014/main" id="{6958C072-9348-FB26-1936-7A77C3A0AE9F}"/>
                </a:ex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311790" y="4425246"/>
              <a:ext cx="2189001" cy="725106"/>
            </a:xfrm>
            <a:prstGeom prst="rect">
              <a:avLst/>
            </a:prstGeom>
          </p:spPr>
        </p:pic>
        <p:pic>
          <p:nvPicPr>
            <p:cNvPr id="10" name="Picture 9">
              <a:extLst>
                <a:ext uri="{FF2B5EF4-FFF2-40B4-BE49-F238E27FC236}">
                  <a16:creationId xmlns:a16="http://schemas.microsoft.com/office/drawing/2014/main" id="{9B707EC7-28E4-C074-C7E6-5E75025CB28A}"/>
                </a:ex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309407" y="4425246"/>
              <a:ext cx="2189001" cy="725106"/>
            </a:xfrm>
            <a:prstGeom prst="rect">
              <a:avLst/>
            </a:prstGeom>
          </p:spPr>
        </p:pic>
      </p:grpSp>
    </p:spTree>
    <p:extLst>
      <p:ext uri="{BB962C8B-B14F-4D97-AF65-F5344CB8AC3E}">
        <p14:creationId xmlns:p14="http://schemas.microsoft.com/office/powerpoint/2010/main" val="36400701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ull green background closing slide">
    <p:bg>
      <p:bgPr>
        <a:solidFill>
          <a:schemeClr val="tx2"/>
        </a:solidFill>
        <a:effectLst/>
      </p:bgPr>
    </p:bg>
    <p:spTree>
      <p:nvGrpSpPr>
        <p:cNvPr id="1" name=""/>
        <p:cNvGrpSpPr/>
        <p:nvPr/>
      </p:nvGrpSpPr>
      <p:grpSpPr>
        <a:xfrm>
          <a:off x="0" y="0"/>
          <a:ext cx="0" cy="0"/>
          <a:chOff x="0" y="0"/>
          <a:chExt cx="0" cy="0"/>
        </a:xfrm>
      </p:grpSpPr>
      <p:pic>
        <p:nvPicPr>
          <p:cNvPr id="4" name="Schneider Electric logotype">
            <a:extLst>
              <a:ext uri="{C183D7F6-B498-43B3-948B-1728B52AA6E4}">
                <adec:decorative xmlns:adec="http://schemas.microsoft.com/office/drawing/2017/decorative" val="1"/>
              </a:ext>
            </a:extLst>
          </p:cNvPr>
          <p:cNvPicPr>
            <a:picLocks noChangeAspect="1"/>
          </p:cNvPicPr>
          <p:nvPr userDrawn="1"/>
        </p:nvPicPr>
        <p:blipFill>
          <a:blip r:embed="rId2" cstate="print"/>
          <a:stretch>
            <a:fillRect/>
          </a:stretch>
        </p:blipFill>
        <p:spPr>
          <a:xfrm>
            <a:off x="2840015" y="2081064"/>
            <a:ext cx="3559382" cy="981372"/>
          </a:xfrm>
          <a:prstGeom prst="rect">
            <a:avLst/>
          </a:prstGeom>
        </p:spPr>
      </p:pic>
    </p:spTree>
    <p:extLst>
      <p:ext uri="{BB962C8B-B14F-4D97-AF65-F5344CB8AC3E}">
        <p14:creationId xmlns:p14="http://schemas.microsoft.com/office/powerpoint/2010/main" val="202339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 with green stripe">
    <p:spTree>
      <p:nvGrpSpPr>
        <p:cNvPr id="1" name=""/>
        <p:cNvGrpSpPr/>
        <p:nvPr/>
      </p:nvGrpSpPr>
      <p:grpSpPr>
        <a:xfrm>
          <a:off x="0" y="0"/>
          <a:ext cx="0" cy="0"/>
          <a:chOff x="0" y="0"/>
          <a:chExt cx="0" cy="0"/>
        </a:xfrm>
      </p:grpSpPr>
      <p:sp>
        <p:nvSpPr>
          <p:cNvPr id="2" name="Life green">
            <a:extLst>
              <a:ext uri="{FF2B5EF4-FFF2-40B4-BE49-F238E27FC236}">
                <a16:creationId xmlns:a16="http://schemas.microsoft.com/office/drawing/2014/main" id="{B6A994B7-41E6-11CA-7801-0A9514624FAF}"/>
              </a:ext>
              <a:ext uri="{C183D7F6-B498-43B3-948B-1728B52AA6E4}">
                <adec:decorative xmlns:adec="http://schemas.microsoft.com/office/drawing/2017/decorative" val="1"/>
              </a:ext>
            </a:extLst>
          </p:cNvPr>
          <p:cNvSpPr/>
          <p:nvPr userDrawn="1"/>
        </p:nvSpPr>
        <p:spPr>
          <a:xfrm>
            <a:off x="0" y="1563687"/>
            <a:ext cx="9144000" cy="2071611"/>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L"/>
          </a:p>
        </p:txBody>
      </p:sp>
      <p:pic>
        <p:nvPicPr>
          <p:cNvPr id="4" name="Schneider Electric logotype">
            <a:extLst>
              <a:ext uri="{FF2B5EF4-FFF2-40B4-BE49-F238E27FC236}">
                <a16:creationId xmlns:a16="http://schemas.microsoft.com/office/drawing/2014/main" id="{A8516795-078A-6C27-0B13-AF53402033E7}"/>
              </a:ext>
              <a:ext uri="{C183D7F6-B498-43B3-948B-1728B52AA6E4}">
                <adec:decorative xmlns:adec="http://schemas.microsoft.com/office/drawing/2017/decorative" val="1"/>
              </a:ext>
            </a:extLst>
          </p:cNvPr>
          <p:cNvPicPr>
            <a:picLocks noChangeAspect="1"/>
          </p:cNvPicPr>
          <p:nvPr userDrawn="1"/>
        </p:nvPicPr>
        <p:blipFill>
          <a:blip r:embed="rId2" cstate="print"/>
          <a:stretch>
            <a:fillRect/>
          </a:stretch>
        </p:blipFill>
        <p:spPr>
          <a:xfrm>
            <a:off x="3282598" y="2203091"/>
            <a:ext cx="2674216" cy="737319"/>
          </a:xfrm>
          <a:prstGeom prst="rect">
            <a:avLst/>
          </a:prstGeom>
        </p:spPr>
      </p:pic>
    </p:spTree>
    <p:extLst>
      <p:ext uri="{BB962C8B-B14F-4D97-AF65-F5344CB8AC3E}">
        <p14:creationId xmlns:p14="http://schemas.microsoft.com/office/powerpoint/2010/main" val="284019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Footer placeholder">
            <a:extLst>
              <a:ext uri="{FF2B5EF4-FFF2-40B4-BE49-F238E27FC236}">
                <a16:creationId xmlns:a16="http://schemas.microsoft.com/office/drawing/2014/main" id="{21071D19-F264-EDD0-BB1C-BD3FECD76693}"/>
              </a:ext>
            </a:extLst>
          </p:cNvPr>
          <p:cNvSpPr>
            <a:spLocks noGrp="1"/>
          </p:cNvSpPr>
          <p:nvPr>
            <p:ph type="ftr" sz="quarter" idx="3"/>
          </p:nvPr>
        </p:nvSpPr>
        <p:spPr>
          <a:xfrm>
            <a:off x="398463" y="4871779"/>
            <a:ext cx="106203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a:t>Property of Schneider Electric |</a:t>
            </a:r>
          </a:p>
        </p:txBody>
      </p:sp>
      <p:sp>
        <p:nvSpPr>
          <p:cNvPr id="21" name="Slide number placeholder">
            <a:extLst>
              <a:ext uri="{FF2B5EF4-FFF2-40B4-BE49-F238E27FC236}">
                <a16:creationId xmlns:a16="http://schemas.microsoft.com/office/drawing/2014/main" id="{496AE991-8EC8-9299-D6EE-26F03E753126}"/>
              </a:ext>
            </a:extLst>
          </p:cNvPr>
          <p:cNvSpPr>
            <a:spLocks noGrp="1"/>
          </p:cNvSpPr>
          <p:nvPr>
            <p:ph type="sldNum" sz="quarter" idx="4"/>
          </p:nvPr>
        </p:nvSpPr>
        <p:spPr>
          <a:xfrm>
            <a:off x="1463675" y="4871780"/>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a:t>Page </a:t>
            </a:r>
            <a:fld id="{5A9C12DC-491F-9444-86A2-13AC5C62A2FC}" type="slidenum">
              <a:rPr lang="en-US" smtClean="0"/>
              <a:pPr/>
              <a:t>‹#›</a:t>
            </a:fld>
            <a:endParaRPr lang="en-US"/>
          </a:p>
        </p:txBody>
      </p:sp>
      <p:pic>
        <p:nvPicPr>
          <p:cNvPr id="2" name="Schneider Electric logotype" descr="schneider_LIO_Life-Green_RGB.png">
            <a:extLst>
              <a:ext uri="{FF2B5EF4-FFF2-40B4-BE49-F238E27FC236}">
                <a16:creationId xmlns:a16="http://schemas.microsoft.com/office/drawing/2014/main" id="{FFD1128A-3593-6C48-C0C8-A73502ADFAC4}"/>
              </a:ext>
            </a:extLst>
          </p:cNvPr>
          <p:cNvPicPr>
            <a:picLocks noChangeAspect="1"/>
          </p:cNvPicPr>
          <p:nvPr userDrawn="1"/>
        </p:nvPicPr>
        <p:blipFill>
          <a:blip r:embed="rId24" cstate="print"/>
          <a:stretch>
            <a:fillRect/>
          </a:stretch>
        </p:blipFill>
        <p:spPr>
          <a:xfrm>
            <a:off x="6975460" y="4550368"/>
            <a:ext cx="1864001" cy="513932"/>
          </a:xfrm>
          <a:prstGeom prst="rect">
            <a:avLst/>
          </a:prstGeom>
        </p:spPr>
      </p:pic>
      <p:sp>
        <p:nvSpPr>
          <p:cNvPr id="4" name="TextBox 3">
            <a:extLst>
              <a:ext uri="{FF2B5EF4-FFF2-40B4-BE49-F238E27FC236}">
                <a16:creationId xmlns:a16="http://schemas.microsoft.com/office/drawing/2014/main" id="{06521678-C09A-213E-359E-B8F9938E2EAE}"/>
              </a:ext>
            </a:extLst>
          </p:cNvPr>
          <p:cNvSpPr txBox="1"/>
          <p:nvPr userDrawn="1">
            <p:extLst>
              <p:ext uri="{1162E1C5-73C7-4A58-AE30-91384D911F3F}">
                <p184:classification xmlns:p184="http://schemas.microsoft.com/office/powerpoint/2018/4/main" val="ftr"/>
              </p:ext>
            </p:extLst>
          </p:nvPr>
        </p:nvSpPr>
        <p:spPr>
          <a:xfrm>
            <a:off x="4479100" y="4988560"/>
            <a:ext cx="203200" cy="91440"/>
          </a:xfrm>
          <a:prstGeom prst="rect">
            <a:avLst/>
          </a:prstGeom>
        </p:spPr>
        <p:txBody>
          <a:bodyPr horzOverflow="overflow" lIns="0" tIns="0" rIns="0" bIns="0">
            <a:spAutoFit/>
          </a:bodyPr>
          <a:lstStyle/>
          <a:p>
            <a:pPr algn="l"/>
            <a:r>
              <a:rPr lang="de-DE" sz="600">
                <a:solidFill>
                  <a:srgbClr val="626469"/>
                </a:solidFill>
                <a:latin typeface="Calibri" panose="020F0502020204030204" pitchFamily="34" charset="0"/>
                <a:ea typeface="Calibri" panose="020F0502020204030204" pitchFamily="34" charset="0"/>
                <a:cs typeface="Calibri" panose="020F0502020204030204" pitchFamily="34" charset="0"/>
              </a:rPr>
              <a:t>Public</a:t>
            </a:r>
          </a:p>
        </p:txBody>
      </p:sp>
    </p:spTree>
    <p:extLst>
      <p:ext uri="{BB962C8B-B14F-4D97-AF65-F5344CB8AC3E}">
        <p14:creationId xmlns:p14="http://schemas.microsoft.com/office/powerpoint/2010/main" val="1569160103"/>
      </p:ext>
    </p:extLst>
  </p:cSld>
  <p:clrMap bg1="lt1" tx1="dk1" bg2="lt2" tx2="dk2" accent1="accent1" accent2="accent2" accent3="accent3" accent4="accent4" accent5="accent5" accent6="accent6" hlink="hlink" folHlink="folHlink"/>
  <p:sldLayoutIdLst>
    <p:sldLayoutId id="2147483821" r:id="rId1"/>
    <p:sldLayoutId id="2147483850" r:id="rId2"/>
    <p:sldLayoutId id="2147483851" r:id="rId3"/>
    <p:sldLayoutId id="2147483823" r:id="rId4"/>
    <p:sldLayoutId id="2147483822" r:id="rId5"/>
    <p:sldLayoutId id="2147483824" r:id="rId6"/>
    <p:sldLayoutId id="2147483825" r:id="rId7"/>
    <p:sldLayoutId id="2147483837" r:id="rId8"/>
    <p:sldLayoutId id="2147483838" r:id="rId9"/>
    <p:sldLayoutId id="2147483839" r:id="rId10"/>
    <p:sldLayoutId id="2147483840" r:id="rId11"/>
    <p:sldLayoutId id="2147483841" r:id="rId12"/>
    <p:sldLayoutId id="2147483842" r:id="rId13"/>
    <p:sldLayoutId id="2147483843" r:id="rId14"/>
    <p:sldLayoutId id="2147483844" r:id="rId15"/>
    <p:sldLayoutId id="2147483845" r:id="rId16"/>
    <p:sldLayoutId id="2147483852" r:id="rId17"/>
    <p:sldLayoutId id="2147483846" r:id="rId18"/>
    <p:sldLayoutId id="2147483847" r:id="rId19"/>
    <p:sldLayoutId id="2147483757" r:id="rId20"/>
    <p:sldLayoutId id="2147483754" r:id="rId21"/>
    <p:sldLayoutId id="2147483803" r:id="rId22"/>
  </p:sldLayoutIdLst>
  <p:hf hdr="0" dt="0"/>
  <p:txStyles>
    <p:titleStyle>
      <a:lvl1pPr algn="l" defTabSz="457184" rtl="0" eaLnBrk="1" latinLnBrk="0" hangingPunct="1">
        <a:spcBef>
          <a:spcPct val="0"/>
        </a:spcBef>
        <a:buNone/>
        <a:defRPr sz="2400" kern="1200">
          <a:solidFill>
            <a:srgbClr val="36C746"/>
          </a:solidFill>
          <a:latin typeface="Arial"/>
          <a:ea typeface="+mj-ea"/>
          <a:cs typeface="Arial"/>
        </a:defRPr>
      </a:lvl1pPr>
    </p:titleStyle>
    <p:bodyStyle>
      <a:lvl1pPr marL="173032" indent="-157158" algn="l" defTabSz="457184" rtl="0" eaLnBrk="1" latinLnBrk="0" hangingPunct="1">
        <a:spcBef>
          <a:spcPts val="500"/>
        </a:spcBef>
        <a:spcAft>
          <a:spcPts val="500"/>
        </a:spcAft>
        <a:buClr>
          <a:schemeClr val="bg2"/>
        </a:buClr>
        <a:buFont typeface="Arial" panose="020B0604020202020204" pitchFamily="34" charset="0"/>
        <a:buNone/>
        <a:defRPr sz="1600" kern="1200">
          <a:solidFill>
            <a:schemeClr val="accent1">
              <a:lumMod val="75000"/>
            </a:schemeClr>
          </a:solidFill>
          <a:latin typeface="Arial"/>
          <a:ea typeface="+mn-ea"/>
          <a:cs typeface="Arial"/>
        </a:defRPr>
      </a:lvl1pPr>
      <a:lvl2pPr marL="361938" indent="-182557" algn="l" defTabSz="447659" rtl="0" eaLnBrk="1" latinLnBrk="0" hangingPunct="1">
        <a:spcBef>
          <a:spcPts val="500"/>
        </a:spcBef>
        <a:spcAft>
          <a:spcPts val="500"/>
        </a:spcAft>
        <a:buClr>
          <a:srgbClr val="36C746"/>
        </a:buClr>
        <a:buFont typeface="Arial" pitchFamily="34" charset="0"/>
        <a:buChar char="•"/>
        <a:defRPr sz="1600" kern="1200">
          <a:solidFill>
            <a:schemeClr val="accent1">
              <a:lumMod val="75000"/>
            </a:schemeClr>
          </a:solidFill>
          <a:latin typeface="Arial"/>
          <a:ea typeface="+mn-ea"/>
          <a:cs typeface="Arial"/>
        </a:defRPr>
      </a:lvl2pPr>
      <a:lvl3pPr marL="538144" indent="-179382" algn="l" defTabSz="457184" rtl="0" eaLnBrk="1" latinLnBrk="0" hangingPunct="1">
        <a:spcBef>
          <a:spcPts val="500"/>
        </a:spcBef>
        <a:spcAft>
          <a:spcPts val="500"/>
        </a:spcAft>
        <a:buClr>
          <a:srgbClr val="36C746"/>
        </a:buClr>
        <a:buFont typeface="Arial" pitchFamily="34" charset="0"/>
        <a:buChar char="‒"/>
        <a:defRPr sz="1600" kern="1200">
          <a:solidFill>
            <a:schemeClr val="accent1">
              <a:lumMod val="75000"/>
            </a:schemeClr>
          </a:solidFill>
          <a:latin typeface="Arial"/>
          <a:ea typeface="+mn-ea"/>
          <a:cs typeface="Arial"/>
        </a:defRPr>
      </a:lvl3pPr>
      <a:lvl4pPr marL="719113" indent="-179382" algn="l" defTabSz="457184" rtl="0" eaLnBrk="1" latinLnBrk="0" hangingPunct="1">
        <a:spcBef>
          <a:spcPts val="500"/>
        </a:spcBef>
        <a:spcAft>
          <a:spcPts val="500"/>
        </a:spcAft>
        <a:buClr>
          <a:srgbClr val="36C746"/>
        </a:buClr>
        <a:buFont typeface="Arial" panose="020B0604020202020204" pitchFamily="34" charset="0"/>
        <a:buChar char="–"/>
        <a:defRPr sz="1600" kern="1200">
          <a:solidFill>
            <a:schemeClr val="accent1">
              <a:lumMod val="75000"/>
            </a:schemeClr>
          </a:solidFill>
          <a:latin typeface="Arial"/>
          <a:ea typeface="+mn-ea"/>
          <a:cs typeface="Arial"/>
        </a:defRPr>
      </a:lvl4pPr>
      <a:lvl5pPr marL="896906" indent="-185731" algn="l" defTabSz="457184" rtl="0" eaLnBrk="1" latinLnBrk="0" hangingPunct="1">
        <a:spcBef>
          <a:spcPts val="500"/>
        </a:spcBef>
        <a:spcAft>
          <a:spcPts val="500"/>
        </a:spcAft>
        <a:buClr>
          <a:srgbClr val="36C746"/>
        </a:buClr>
        <a:buFont typeface="Arial" panose="020B0604020202020204" pitchFamily="34" charset="0"/>
        <a:buChar char="–"/>
        <a:defRPr sz="1600" kern="1200">
          <a:solidFill>
            <a:schemeClr val="accent1">
              <a:lumMod val="75000"/>
            </a:schemeClr>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orient="horz" pos="441" userDrawn="1">
          <p15:clr>
            <a:srgbClr val="F26B43"/>
          </p15:clr>
        </p15:guide>
        <p15:guide id="4" orient="horz" pos="690" userDrawn="1">
          <p15:clr>
            <a:srgbClr val="F26B43"/>
          </p15:clr>
        </p15:guide>
        <p15:guide id="5" orient="horz" pos="894" userDrawn="1">
          <p15:clr>
            <a:srgbClr val="F26B43"/>
          </p15:clr>
        </p15:guide>
        <p15:guide id="6" orient="horz" pos="2618" userDrawn="1">
          <p15:clr>
            <a:srgbClr val="F26B43"/>
          </p15:clr>
        </p15:guide>
        <p15:guide id="7" orient="horz" pos="2822" userDrawn="1">
          <p15:clr>
            <a:srgbClr val="F26B43"/>
          </p15:clr>
        </p15:guide>
        <p15:guide id="8" orient="horz" pos="3125" userDrawn="1">
          <p15:clr>
            <a:srgbClr val="F26B43"/>
          </p15:clr>
        </p15:guide>
        <p15:guide id="9" pos="5511" userDrawn="1">
          <p15:clr>
            <a:srgbClr val="F26B43"/>
          </p15:clr>
        </p15:guide>
        <p15:guide id="10" pos="249" userDrawn="1">
          <p15:clr>
            <a:srgbClr val="F26B43"/>
          </p15:clr>
        </p15:guide>
        <p15:guide id="11" orient="horz" pos="25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F23F2C-EAAC-93EE-3886-B213EC3745A1}"/>
              </a:ext>
            </a:extLst>
          </p:cNvPr>
          <p:cNvSpPr txBox="1"/>
          <p:nvPr userDrawn="1">
            <p:extLst>
              <p:ext uri="{1162E1C5-73C7-4A58-AE30-91384D911F3F}">
                <p184:classification xmlns:p184="http://schemas.microsoft.com/office/powerpoint/2018/4/main" val="ftr"/>
              </p:ext>
            </p:extLst>
          </p:nvPr>
        </p:nvSpPr>
        <p:spPr>
          <a:xfrm>
            <a:off x="4479100" y="4988560"/>
            <a:ext cx="203200" cy="91440"/>
          </a:xfrm>
          <a:prstGeom prst="rect">
            <a:avLst/>
          </a:prstGeom>
        </p:spPr>
        <p:txBody>
          <a:bodyPr horzOverflow="overflow" lIns="0" tIns="0" rIns="0" bIns="0">
            <a:spAutoFit/>
          </a:bodyPr>
          <a:lstStyle/>
          <a:p>
            <a:pPr algn="l"/>
            <a:r>
              <a:rPr lang="de-DE" sz="600">
                <a:solidFill>
                  <a:srgbClr val="626469"/>
                </a:solidFill>
                <a:latin typeface="Calibri" panose="020F0502020204030204" pitchFamily="34" charset="0"/>
                <a:ea typeface="Calibri" panose="020F0502020204030204" pitchFamily="34" charset="0"/>
                <a:cs typeface="Calibri" panose="020F0502020204030204" pitchFamily="34" charset="0"/>
              </a:rPr>
              <a:t>Public</a:t>
            </a:r>
          </a:p>
        </p:txBody>
      </p:sp>
    </p:spTree>
    <p:extLst>
      <p:ext uri="{BB962C8B-B14F-4D97-AF65-F5344CB8AC3E}">
        <p14:creationId xmlns:p14="http://schemas.microsoft.com/office/powerpoint/2010/main" val="2903149649"/>
      </p:ext>
    </p:extLst>
  </p:cSld>
  <p:clrMap bg1="lt1" tx1="dk1" bg2="lt2" tx2="dk2" accent1="accent1" accent2="accent2" accent3="accent3" accent4="accent4" accent5="accent5" accent6="accent6" hlink="hlink" folHlink="folHlink"/>
  <p:sldLayoutIdLst>
    <p:sldLayoutId id="2147483849" r:id="rId1"/>
    <p:sldLayoutId id="2147483756" r:id="rId2"/>
    <p:sldLayoutId id="2147483791" r:id="rId3"/>
  </p:sldLayoutIdLst>
  <p:hf hdr="0" dt="0"/>
  <p:txStyles>
    <p:titleStyle>
      <a:lvl1pPr algn="l" defTabSz="457184" rtl="0" eaLnBrk="1" latinLnBrk="0" hangingPunct="1">
        <a:spcBef>
          <a:spcPct val="0"/>
        </a:spcBef>
        <a:buNone/>
        <a:defRPr sz="2400" kern="1200">
          <a:solidFill>
            <a:srgbClr val="36C746"/>
          </a:solidFill>
          <a:latin typeface="Arial"/>
          <a:ea typeface="+mj-ea"/>
          <a:cs typeface="Arial"/>
        </a:defRPr>
      </a:lvl1pPr>
    </p:titleStyle>
    <p:bodyStyle>
      <a:lvl1pPr marL="173032" indent="-157158" algn="l" defTabSz="457184" rtl="0" eaLnBrk="1" latinLnBrk="0" hangingPunct="1">
        <a:spcBef>
          <a:spcPts val="500"/>
        </a:spcBef>
        <a:spcAft>
          <a:spcPts val="500"/>
        </a:spcAft>
        <a:buClr>
          <a:schemeClr val="bg2"/>
        </a:buClr>
        <a:buFont typeface="Arial" panose="020B0604020202020204" pitchFamily="34" charset="0"/>
        <a:buNone/>
        <a:defRPr sz="1600" kern="1200">
          <a:solidFill>
            <a:schemeClr val="accent1">
              <a:lumMod val="75000"/>
            </a:schemeClr>
          </a:solidFill>
          <a:latin typeface="Arial"/>
          <a:ea typeface="+mn-ea"/>
          <a:cs typeface="Arial"/>
        </a:defRPr>
      </a:lvl1pPr>
      <a:lvl2pPr marL="361938" indent="-182557" algn="l" defTabSz="447659" rtl="0" eaLnBrk="1" latinLnBrk="0" hangingPunct="1">
        <a:spcBef>
          <a:spcPts val="500"/>
        </a:spcBef>
        <a:spcAft>
          <a:spcPts val="500"/>
        </a:spcAft>
        <a:buClr>
          <a:srgbClr val="36C746"/>
        </a:buClr>
        <a:buFont typeface="Arial" pitchFamily="34" charset="0"/>
        <a:buChar char="•"/>
        <a:defRPr sz="1600" kern="1200">
          <a:solidFill>
            <a:schemeClr val="accent1">
              <a:lumMod val="75000"/>
            </a:schemeClr>
          </a:solidFill>
          <a:latin typeface="Arial"/>
          <a:ea typeface="+mn-ea"/>
          <a:cs typeface="Arial"/>
        </a:defRPr>
      </a:lvl2pPr>
      <a:lvl3pPr marL="538144" indent="-179382" algn="l" defTabSz="457184" rtl="0" eaLnBrk="1" latinLnBrk="0" hangingPunct="1">
        <a:spcBef>
          <a:spcPts val="500"/>
        </a:spcBef>
        <a:spcAft>
          <a:spcPts val="500"/>
        </a:spcAft>
        <a:buClr>
          <a:srgbClr val="36C746"/>
        </a:buClr>
        <a:buFont typeface="Arial" pitchFamily="34" charset="0"/>
        <a:buChar char="‒"/>
        <a:defRPr sz="1600" kern="1200">
          <a:solidFill>
            <a:schemeClr val="accent1">
              <a:lumMod val="75000"/>
            </a:schemeClr>
          </a:solidFill>
          <a:latin typeface="Arial"/>
          <a:ea typeface="+mn-ea"/>
          <a:cs typeface="Arial"/>
        </a:defRPr>
      </a:lvl3pPr>
      <a:lvl4pPr marL="719113" indent="-179382" algn="l" defTabSz="457184" rtl="0" eaLnBrk="1" latinLnBrk="0" hangingPunct="1">
        <a:spcBef>
          <a:spcPts val="500"/>
        </a:spcBef>
        <a:spcAft>
          <a:spcPts val="500"/>
        </a:spcAft>
        <a:buClr>
          <a:srgbClr val="36C746"/>
        </a:buClr>
        <a:buFont typeface="Arial" panose="020B0604020202020204" pitchFamily="34" charset="0"/>
        <a:buChar char="–"/>
        <a:defRPr sz="1600" kern="1200">
          <a:solidFill>
            <a:schemeClr val="accent1">
              <a:lumMod val="75000"/>
            </a:schemeClr>
          </a:solidFill>
          <a:latin typeface="Arial"/>
          <a:ea typeface="+mn-ea"/>
          <a:cs typeface="Arial"/>
        </a:defRPr>
      </a:lvl4pPr>
      <a:lvl5pPr marL="896906" indent="-185731" algn="l" defTabSz="457184" rtl="0" eaLnBrk="1" latinLnBrk="0" hangingPunct="1">
        <a:spcBef>
          <a:spcPts val="500"/>
        </a:spcBef>
        <a:spcAft>
          <a:spcPts val="500"/>
        </a:spcAft>
        <a:buClr>
          <a:srgbClr val="36C746"/>
        </a:buClr>
        <a:buFont typeface="Arial" panose="020B0604020202020204" pitchFamily="34" charset="0"/>
        <a:buChar char="–"/>
        <a:defRPr sz="1600" kern="1200">
          <a:solidFill>
            <a:schemeClr val="accent1">
              <a:lumMod val="75000"/>
            </a:schemeClr>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orient="horz" pos="441" userDrawn="1">
          <p15:clr>
            <a:srgbClr val="F26B43"/>
          </p15:clr>
        </p15:guide>
        <p15:guide id="4" orient="horz" pos="690" userDrawn="1">
          <p15:clr>
            <a:srgbClr val="F26B43"/>
          </p15:clr>
        </p15:guide>
        <p15:guide id="5" orient="horz" pos="894" userDrawn="1">
          <p15:clr>
            <a:srgbClr val="F26B43"/>
          </p15:clr>
        </p15:guide>
        <p15:guide id="6" orient="horz" pos="2618" userDrawn="1">
          <p15:clr>
            <a:srgbClr val="F26B43"/>
          </p15:clr>
        </p15:guide>
        <p15:guide id="7" orient="horz" pos="2822" userDrawn="1">
          <p15:clr>
            <a:srgbClr val="F26B43"/>
          </p15:clr>
        </p15:guide>
        <p15:guide id="8" orient="horz" pos="3125" userDrawn="1">
          <p15:clr>
            <a:srgbClr val="F26B43"/>
          </p15:clr>
        </p15:guide>
        <p15:guide id="9" pos="5511" userDrawn="1">
          <p15:clr>
            <a:srgbClr val="F26B43"/>
          </p15:clr>
        </p15:guide>
        <p15:guide id="10" pos="249" userDrawn="1">
          <p15:clr>
            <a:srgbClr val="F26B43"/>
          </p15:clr>
        </p15:guide>
        <p15:guide id="11" orient="horz" pos="25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61_92E6BE1B.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FF2EB40-EDC5-A37A-DF1F-810AB6257A22}"/>
              </a:ext>
            </a:extLst>
          </p:cNvPr>
          <p:cNvSpPr>
            <a:spLocks noGrp="1"/>
          </p:cNvSpPr>
          <p:nvPr>
            <p:ph type="ctrTitle"/>
          </p:nvPr>
        </p:nvSpPr>
        <p:spPr>
          <a:xfrm>
            <a:off x="264660" y="3215656"/>
            <a:ext cx="8754932" cy="313508"/>
          </a:xfrm>
        </p:spPr>
        <p:txBody>
          <a:bodyPr/>
          <a:lstStyle/>
          <a:p>
            <a:r>
              <a:rPr lang="en-US" sz="1800" dirty="0">
                <a:latin typeface="Times New Roman" panose="02020603050405020304" pitchFamily="18" charset="0"/>
                <a:cs typeface="Times New Roman" panose="02020603050405020304" pitchFamily="18" charset="0"/>
              </a:rPr>
              <a:t>RAPID FPGA VERIFICATION STRATEGIES FOR SERVO DRIVES USING MPSOC</a:t>
            </a:r>
            <a:endParaRPr lang="en-PL" sz="1800" dirty="0">
              <a:latin typeface="Times New Roman" panose="02020603050405020304" pitchFamily="18" charset="0"/>
              <a:cs typeface="Times New Roman" panose="02020603050405020304" pitchFamily="18" charset="0"/>
            </a:endParaRPr>
          </a:p>
        </p:txBody>
      </p:sp>
      <p:sp>
        <p:nvSpPr>
          <p:cNvPr id="14" name="Subtitle 13">
            <a:extLst>
              <a:ext uri="{FF2B5EF4-FFF2-40B4-BE49-F238E27FC236}">
                <a16:creationId xmlns:a16="http://schemas.microsoft.com/office/drawing/2014/main" id="{B658F959-CA26-64C8-9A24-2AC3ED1B3719}"/>
              </a:ext>
            </a:extLst>
          </p:cNvPr>
          <p:cNvSpPr>
            <a:spLocks noGrp="1"/>
          </p:cNvSpPr>
          <p:nvPr>
            <p:ph type="subTitle" idx="1"/>
          </p:nvPr>
        </p:nvSpPr>
        <p:spPr>
          <a:xfrm>
            <a:off x="264660" y="3738841"/>
            <a:ext cx="8353426" cy="215444"/>
          </a:xfrm>
        </p:spPr>
        <p:txBody>
          <a:bodyPr/>
          <a:lstStyle/>
          <a:p>
            <a:r>
              <a:rPr lang="de-DE" dirty="0">
                <a:latin typeface="Times New Roman" panose="02020603050405020304" pitchFamily="18" charset="0"/>
                <a:cs typeface="Times New Roman" panose="02020603050405020304" pitchFamily="18" charset="0"/>
              </a:rPr>
              <a:t>30.01.2026</a:t>
            </a:r>
            <a:endParaRPr lang="en-PL" dirty="0">
              <a:latin typeface="Times New Roman" panose="02020603050405020304" pitchFamily="18" charset="0"/>
              <a:cs typeface="Times New Roman" panose="02020603050405020304" pitchFamily="18" charset="0"/>
            </a:endParaRPr>
          </a:p>
        </p:txBody>
      </p:sp>
      <p:sp>
        <p:nvSpPr>
          <p:cNvPr id="6" name="Footer placeholder">
            <a:extLst>
              <a:ext uri="{FF2B5EF4-FFF2-40B4-BE49-F238E27FC236}">
                <a16:creationId xmlns:a16="http://schemas.microsoft.com/office/drawing/2014/main" id="{A2B5882E-2065-EE28-ABD3-022C0430F0E1}"/>
              </a:ext>
            </a:extLst>
          </p:cNvPr>
          <p:cNvSpPr>
            <a:spLocks noGrp="1"/>
          </p:cNvSpPr>
          <p:nvPr>
            <p:ph type="ftr" sz="quarter" idx="10"/>
          </p:nvPr>
        </p:nvSpPr>
        <p:spPr>
          <a:prstGeom prst="rect">
            <a:avLst/>
          </a:prstGeom>
        </p:spPr>
        <p:txBody>
          <a:bodyPr/>
          <a:lstStyle/>
          <a:p>
            <a:r>
              <a:rPr lang="en-US"/>
              <a:t>Property of Schneider Electric </a:t>
            </a:r>
          </a:p>
        </p:txBody>
      </p:sp>
      <p:pic>
        <p:nvPicPr>
          <p:cNvPr id="8" name="Picture Placeholder 9">
            <a:extLst>
              <a:ext uri="{FF2B5EF4-FFF2-40B4-BE49-F238E27FC236}">
                <a16:creationId xmlns:a16="http://schemas.microsoft.com/office/drawing/2014/main" id="{1C1AE153-1DF7-3AE1-558C-A981A84848F5}"/>
              </a:ext>
              <a:ext uri="{C183D7F6-B498-43B3-948B-1728B52AA6E4}">
                <adec:decorative xmlns:adec="http://schemas.microsoft.com/office/drawing/2017/decorative" val="1"/>
              </a:ext>
            </a:extLst>
          </p:cNvPr>
          <p:cNvPicPr>
            <a:picLocks noGrp="1" noChangeAspect="1"/>
          </p:cNvPicPr>
          <p:nvPr>
            <p:ph type="pic" sz="quarter" idx="14"/>
          </p:nvPr>
        </p:nvPicPr>
        <p:blipFill rotWithShape="1">
          <a:blip r:embed="rId3">
            <a:extLst>
              <a:ext uri="{BEBA8EAE-BF5A-486C-A8C5-ECC9F3942E4B}">
                <a14:imgProps xmlns:a14="http://schemas.microsoft.com/office/drawing/2010/main">
                  <a14:imgLayer r:embed="rId4">
                    <a14:imgEffect>
                      <a14:brightnessContrast bright="-36000"/>
                    </a14:imgEffect>
                  </a14:imgLayer>
                </a14:imgProps>
              </a:ext>
            </a:extLst>
          </a:blip>
          <a:srcRect t="16704" b="16704"/>
          <a:stretch/>
        </p:blipFill>
        <p:spPr>
          <a:xfrm>
            <a:off x="0" y="6438"/>
            <a:ext cx="9144000" cy="2920381"/>
          </a:xfrm>
          <a:prstGeom prst="rect">
            <a:avLst/>
          </a:prstGeom>
        </p:spPr>
      </p:pic>
      <p:sp>
        <p:nvSpPr>
          <p:cNvPr id="9" name="Text Placeholder 8">
            <a:extLst>
              <a:ext uri="{FF2B5EF4-FFF2-40B4-BE49-F238E27FC236}">
                <a16:creationId xmlns:a16="http://schemas.microsoft.com/office/drawing/2014/main" id="{117FB686-8657-B42F-16E3-09532E2CDBFA}"/>
              </a:ext>
            </a:extLst>
          </p:cNvPr>
          <p:cNvSpPr>
            <a:spLocks noGrp="1"/>
          </p:cNvSpPr>
          <p:nvPr>
            <p:ph type="body" sz="quarter" idx="15"/>
          </p:nvPr>
        </p:nvSpPr>
        <p:spPr>
          <a:xfrm>
            <a:off x="264661" y="4183279"/>
            <a:ext cx="8353425" cy="215445"/>
          </a:xfrm>
        </p:spPr>
        <p:txBody>
          <a:bodyPr/>
          <a:lstStyle/>
          <a:p>
            <a:r>
              <a:rPr lang="de-DE" sz="1600">
                <a:solidFill>
                  <a:srgbClr val="3DCD58"/>
                </a:solidFill>
                <a:latin typeface="Times New Roman" panose="02020603050405020304" pitchFamily="18" charset="0"/>
                <a:cs typeface="Times New Roman" panose="02020603050405020304" pitchFamily="18" charset="0"/>
              </a:rPr>
              <a:t>Suhas Bangalore Mruthunjaya</a:t>
            </a:r>
          </a:p>
        </p:txBody>
      </p:sp>
    </p:spTree>
    <p:extLst>
      <p:ext uri="{BB962C8B-B14F-4D97-AF65-F5344CB8AC3E}">
        <p14:creationId xmlns:p14="http://schemas.microsoft.com/office/powerpoint/2010/main" val="2466284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0340616-166E-CB71-65FF-00FE1FCFF639}"/>
              </a:ext>
            </a:extLst>
          </p:cNvPr>
          <p:cNvSpPr>
            <a:spLocks noGrp="1"/>
          </p:cNvSpPr>
          <p:nvPr>
            <p:ph type="title"/>
          </p:nvPr>
        </p:nvSpPr>
        <p:spPr>
          <a:xfrm>
            <a:off x="395288" y="625816"/>
            <a:ext cx="8353425" cy="280164"/>
          </a:xfrm>
        </p:spPr>
        <p:txBody>
          <a:bodyPr/>
          <a:lstStyle/>
          <a:p>
            <a:r>
              <a:rPr lang="en-PL" dirty="0">
                <a:latin typeface="Times New Roman" panose="02020603050405020304" pitchFamily="18" charset="0"/>
                <a:cs typeface="Times New Roman" panose="02020603050405020304" pitchFamily="18" charset="0"/>
              </a:rPr>
              <a:t>Agenda</a:t>
            </a:r>
          </a:p>
        </p:txBody>
      </p:sp>
      <p:sp>
        <p:nvSpPr>
          <p:cNvPr id="7" name="Content Placeholder 6">
            <a:extLst>
              <a:ext uri="{FF2B5EF4-FFF2-40B4-BE49-F238E27FC236}">
                <a16:creationId xmlns:a16="http://schemas.microsoft.com/office/drawing/2014/main" id="{F0B631BE-D9FB-64FF-3144-CF811C84F59D}"/>
              </a:ext>
            </a:extLst>
          </p:cNvPr>
          <p:cNvSpPr>
            <a:spLocks noGrp="1"/>
          </p:cNvSpPr>
          <p:nvPr>
            <p:ph idx="1"/>
          </p:nvPr>
        </p:nvSpPr>
        <p:spPr>
          <a:xfrm>
            <a:off x="395287" y="1112280"/>
            <a:ext cx="8353424" cy="3607098"/>
          </a:xfrm>
        </p:spPr>
        <p:txBody>
          <a:bodyPr vert="horz" lIns="0" tIns="0" rIns="0" bIns="0" rtlCol="0" anchor="t">
            <a:noAutofit/>
          </a:bodyPr>
          <a:lstStyle/>
          <a:p>
            <a:pPr>
              <a:buClr>
                <a:schemeClr val="tx2"/>
              </a:buClr>
            </a:pPr>
            <a:r>
              <a:rPr lang="de-DE" dirty="0">
                <a:latin typeface="Times New Roman" panose="02020603050405020304" pitchFamily="18" charset="0"/>
                <a:cs typeface="Times New Roman" panose="02020603050405020304" pitchFamily="18" charset="0"/>
              </a:rPr>
              <a:t>Motivation</a:t>
            </a:r>
          </a:p>
          <a:p>
            <a:pPr>
              <a:buClr>
                <a:schemeClr val="tx2"/>
              </a:buClr>
            </a:pPr>
            <a:r>
              <a:rPr lang="de-DE" dirty="0">
                <a:latin typeface="Times New Roman" panose="02020603050405020304" pitchFamily="18" charset="0"/>
                <a:cs typeface="Times New Roman" panose="02020603050405020304" pitchFamily="18" charset="0"/>
              </a:rPr>
              <a:t>Problem Statement</a:t>
            </a:r>
            <a:endParaRPr lang="de-DE" dirty="0">
              <a:highlight>
                <a:srgbClr val="FFFF00"/>
              </a:highlight>
              <a:latin typeface="Times New Roman" panose="02020603050405020304" pitchFamily="18" charset="0"/>
              <a:cs typeface="Times New Roman" panose="02020603050405020304" pitchFamily="18" charset="0"/>
            </a:endParaRPr>
          </a:p>
          <a:p>
            <a:pPr>
              <a:buClr>
                <a:schemeClr val="tx2"/>
              </a:buClr>
            </a:pPr>
            <a:r>
              <a:rPr lang="de-DE" dirty="0">
                <a:latin typeface="Times New Roman" panose="02020603050405020304" pitchFamily="18" charset="0"/>
                <a:cs typeface="Times New Roman" panose="02020603050405020304" pitchFamily="18" charset="0"/>
              </a:rPr>
              <a:t>Technical Background</a:t>
            </a:r>
            <a:endParaRPr lang="en-PL" dirty="0">
              <a:latin typeface="Times New Roman" panose="02020603050405020304" pitchFamily="18" charset="0"/>
              <a:cs typeface="Times New Roman" panose="02020603050405020304" pitchFamily="18" charset="0"/>
            </a:endParaRPr>
          </a:p>
          <a:p>
            <a:pPr>
              <a:buClr>
                <a:schemeClr val="tx2"/>
              </a:buClr>
            </a:pPr>
            <a:r>
              <a:rPr lang="de-DE" dirty="0">
                <a:latin typeface="Times New Roman" panose="02020603050405020304" pitchFamily="18" charset="0"/>
                <a:cs typeface="Times New Roman" panose="02020603050405020304" pitchFamily="18" charset="0"/>
              </a:rPr>
              <a:t>Objectives</a:t>
            </a:r>
          </a:p>
          <a:p>
            <a:pPr>
              <a:buClr>
                <a:schemeClr val="tx2"/>
              </a:buClr>
            </a:pPr>
            <a:r>
              <a:rPr lang="de-DE" sz="1600" dirty="0">
                <a:latin typeface="Times New Roman" panose="02020603050405020304" pitchFamily="18" charset="0"/>
                <a:ea typeface="Tahoma" panose="020B0604030504040204" pitchFamily="34" charset="0"/>
                <a:cs typeface="Times New Roman" panose="02020603050405020304" pitchFamily="18" charset="0"/>
              </a:rPr>
              <a:t>Relevant ServoDrive Control Board Design (DUT)</a:t>
            </a:r>
          </a:p>
          <a:p>
            <a:pPr>
              <a:buClr>
                <a:schemeClr val="tx2"/>
              </a:buClr>
            </a:pPr>
            <a:r>
              <a:rPr lang="de-DE" dirty="0">
                <a:latin typeface="Times New Roman" panose="02020603050405020304" pitchFamily="18" charset="0"/>
                <a:ea typeface="Tahoma" panose="020B0604030504040204" pitchFamily="34" charset="0"/>
                <a:cs typeface="Times New Roman" panose="02020603050405020304" pitchFamily="18" charset="0"/>
              </a:rPr>
              <a:t>Understanding the DUTs</a:t>
            </a:r>
            <a:endParaRPr lang="de-DE" dirty="0">
              <a:latin typeface="Times New Roman" panose="02020603050405020304" pitchFamily="18" charset="0"/>
              <a:cs typeface="Times New Roman" panose="02020603050405020304" pitchFamily="18" charset="0"/>
            </a:endParaRPr>
          </a:p>
          <a:p>
            <a:pPr>
              <a:buClr>
                <a:schemeClr val="tx2"/>
              </a:buClr>
            </a:pPr>
            <a:r>
              <a:rPr lang="de-DE" dirty="0">
                <a:latin typeface="Times New Roman" panose="02020603050405020304" pitchFamily="18" charset="0"/>
                <a:cs typeface="Times New Roman" panose="02020603050405020304" pitchFamily="18" charset="0"/>
              </a:rPr>
              <a:t>Block Diagram of the System</a:t>
            </a:r>
            <a:endParaRPr lang="en-PL" dirty="0">
              <a:latin typeface="Times New Roman" panose="02020603050405020304" pitchFamily="18" charset="0"/>
              <a:cs typeface="Times New Roman" panose="02020603050405020304" pitchFamily="18" charset="0"/>
            </a:endParaRPr>
          </a:p>
          <a:p>
            <a:pPr>
              <a:buClr>
                <a:schemeClr val="tx2"/>
              </a:buClr>
            </a:pPr>
            <a:r>
              <a:rPr lang="de-DE" dirty="0">
                <a:latin typeface="Times New Roman" panose="02020603050405020304" pitchFamily="18" charset="0"/>
                <a:cs typeface="Times New Roman" panose="02020603050405020304" pitchFamily="18" charset="0"/>
              </a:rPr>
              <a:t>Design and Implementation</a:t>
            </a:r>
            <a:endParaRPr lang="en-PL" dirty="0">
              <a:latin typeface="Times New Roman" panose="02020603050405020304" pitchFamily="18" charset="0"/>
              <a:cs typeface="Times New Roman" panose="02020603050405020304" pitchFamily="18" charset="0"/>
            </a:endParaRPr>
          </a:p>
          <a:p>
            <a:pPr>
              <a:buClr>
                <a:schemeClr val="tx2"/>
              </a:buClr>
            </a:pPr>
            <a:r>
              <a:rPr lang="de-DE" dirty="0">
                <a:latin typeface="Times New Roman" panose="02020603050405020304" pitchFamily="18" charset="0"/>
                <a:cs typeface="Times New Roman" panose="02020603050405020304" pitchFamily="18" charset="0"/>
              </a:rPr>
              <a:t>Results</a:t>
            </a:r>
          </a:p>
          <a:p>
            <a:pPr>
              <a:buClr>
                <a:schemeClr val="tx2"/>
              </a:buClr>
            </a:pPr>
            <a:r>
              <a:rPr lang="de-DE" dirty="0">
                <a:latin typeface="Times New Roman" panose="02020603050405020304" pitchFamily="18" charset="0"/>
                <a:cs typeface="Times New Roman" panose="02020603050405020304" pitchFamily="18" charset="0"/>
              </a:rPr>
              <a:t>Future Work</a:t>
            </a:r>
          </a:p>
        </p:txBody>
      </p:sp>
      <p:sp>
        <p:nvSpPr>
          <p:cNvPr id="2" name="Footer placeholder">
            <a:extLst>
              <a:ext uri="{FF2B5EF4-FFF2-40B4-BE49-F238E27FC236}">
                <a16:creationId xmlns:a16="http://schemas.microsoft.com/office/drawing/2014/main" id="{64D0E190-C013-F20D-024E-4E37EEE1FE98}"/>
              </a:ext>
            </a:extLst>
          </p:cNvPr>
          <p:cNvSpPr>
            <a:spLocks noGrp="1"/>
          </p:cNvSpPr>
          <p:nvPr>
            <p:ph type="ftr" sz="quarter" idx="10"/>
          </p:nvPr>
        </p:nvSpPr>
        <p:spPr/>
        <p:txBody>
          <a:bodyPr/>
          <a:lstStyle/>
          <a:p>
            <a:r>
              <a:rPr lang="en-US"/>
              <a:t>Property of Schneider Electric |</a:t>
            </a:r>
          </a:p>
        </p:txBody>
      </p:sp>
      <p:sp>
        <p:nvSpPr>
          <p:cNvPr id="3" name="Slide Number placeholder">
            <a:extLst>
              <a:ext uri="{FF2B5EF4-FFF2-40B4-BE49-F238E27FC236}">
                <a16:creationId xmlns:a16="http://schemas.microsoft.com/office/drawing/2014/main" id="{820052AD-0DE0-6063-5CE3-07AA933E2E95}"/>
              </a:ext>
            </a:extLst>
          </p:cNvPr>
          <p:cNvSpPr>
            <a:spLocks noGrp="1"/>
          </p:cNvSpPr>
          <p:nvPr>
            <p:ph type="sldNum" sz="quarter" idx="11"/>
          </p:nvPr>
        </p:nvSpPr>
        <p:spPr/>
        <p:txBody>
          <a:bodyPr/>
          <a:lstStyle/>
          <a:p>
            <a:r>
              <a:rPr lang="en-US"/>
              <a:t>Page </a:t>
            </a:r>
            <a:fld id="{5A9C12DC-491F-9444-86A2-13AC5C62A2FC}" type="slidenum">
              <a:rPr lang="en-US" smtClean="0"/>
              <a:pPr/>
              <a:t>2</a:t>
            </a:fld>
            <a:endParaRPr lang="en-US"/>
          </a:p>
        </p:txBody>
      </p:sp>
      <p:pic>
        <p:nvPicPr>
          <p:cNvPr id="5" name="Picture 4" descr="A computer circuit board with wires and a computer monitor&#10;&#10;AI-generated content may be incorrect.">
            <a:extLst>
              <a:ext uri="{FF2B5EF4-FFF2-40B4-BE49-F238E27FC236}">
                <a16:creationId xmlns:a16="http://schemas.microsoft.com/office/drawing/2014/main" id="{CF970101-3019-B03A-998C-00A8F7A03B18}"/>
              </a:ext>
            </a:extLst>
          </p:cNvPr>
          <p:cNvPicPr>
            <a:picLocks noChangeAspect="1"/>
          </p:cNvPicPr>
          <p:nvPr/>
        </p:nvPicPr>
        <p:blipFill>
          <a:blip r:embed="rId3"/>
          <a:stretch>
            <a:fillRect/>
          </a:stretch>
        </p:blipFill>
        <p:spPr>
          <a:xfrm>
            <a:off x="5004643" y="1055077"/>
            <a:ext cx="4090120" cy="2976143"/>
          </a:xfrm>
          <a:prstGeom prst="rect">
            <a:avLst/>
          </a:prstGeom>
        </p:spPr>
      </p:pic>
    </p:spTree>
    <p:extLst>
      <p:ext uri="{BB962C8B-B14F-4D97-AF65-F5344CB8AC3E}">
        <p14:creationId xmlns:p14="http://schemas.microsoft.com/office/powerpoint/2010/main" val="1776250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CF6B354-7E66-22CC-9BB4-E45023529FE8}"/>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37A26C71-4D73-359D-AB7F-AB2C02175099}"/>
              </a:ext>
            </a:extLst>
          </p:cNvPr>
          <p:cNvSpPr>
            <a:spLocks noGrp="1"/>
          </p:cNvSpPr>
          <p:nvPr>
            <p:ph type="sldNum" sz="quarter" idx="11"/>
          </p:nvPr>
        </p:nvSpPr>
        <p:spPr/>
        <p:txBody>
          <a:bodyPr/>
          <a:lstStyle/>
          <a:p>
            <a:r>
              <a:rPr lang="en-US"/>
              <a:t>Page </a:t>
            </a:r>
            <a:fld id="{5A9C12DC-491F-9444-86A2-13AC5C62A2FC}" type="slidenum">
              <a:rPr lang="en-US" smtClean="0"/>
              <a:pPr/>
              <a:t>3</a:t>
            </a:fld>
            <a:endParaRPr lang="en-US"/>
          </a:p>
        </p:txBody>
      </p:sp>
      <p:sp>
        <p:nvSpPr>
          <p:cNvPr id="4" name="Title 3">
            <a:extLst>
              <a:ext uri="{FF2B5EF4-FFF2-40B4-BE49-F238E27FC236}">
                <a16:creationId xmlns:a16="http://schemas.microsoft.com/office/drawing/2014/main" id="{A612EB02-2D5D-F5B5-1802-547CBCF53C9A}"/>
              </a:ext>
            </a:extLst>
          </p:cNvPr>
          <p:cNvSpPr>
            <a:spLocks noGrp="1"/>
          </p:cNvSpPr>
          <p:nvPr>
            <p:ph type="title"/>
          </p:nvPr>
        </p:nvSpPr>
        <p:spPr>
          <a:xfrm>
            <a:off x="395285" y="432804"/>
            <a:ext cx="8353425" cy="280164"/>
          </a:xfrm>
        </p:spPr>
        <p:txBody>
          <a:bodyPr/>
          <a:lstStyle/>
          <a:p>
            <a:pPr algn="ctr"/>
            <a:r>
              <a:rPr lang="de-DE" dirty="0">
                <a:latin typeface="Times New Roman" panose="02020603050405020304" pitchFamily="18" charset="0"/>
                <a:cs typeface="Times New Roman" panose="02020603050405020304" pitchFamily="18" charset="0"/>
              </a:rPr>
              <a:t>MOTIVATION</a:t>
            </a:r>
            <a:endParaRPr lang="de-DE"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D4481F0-B504-8D7F-3E84-91ADB1A74D4A}"/>
              </a:ext>
            </a:extLst>
          </p:cNvPr>
          <p:cNvSpPr txBox="1"/>
          <p:nvPr/>
        </p:nvSpPr>
        <p:spPr>
          <a:xfrm>
            <a:off x="608095" y="1108284"/>
            <a:ext cx="7927807" cy="3939540"/>
          </a:xfrm>
          <a:prstGeom prst="rect">
            <a:avLst/>
          </a:prstGeom>
        </p:spPr>
        <p:txBody>
          <a:bodyPr vert="horz" wrap="square" lIns="0" tIns="0" rIns="0" bIns="0" rtlCol="0">
            <a:spAutoFit/>
          </a:bodyPr>
          <a:lstStyle/>
          <a:p>
            <a:pPr algn="just"/>
            <a:r>
              <a:rPr lang="en-US" sz="1600" dirty="0">
                <a:latin typeface="Times New Roman" panose="02020603050405020304" pitchFamily="18" charset="0"/>
                <a:cs typeface="Times New Roman" panose="02020603050405020304" pitchFamily="18" charset="0"/>
              </a:rPr>
              <a:t>Schneider Electric Automation GmbH is a global leader in energy management and automation</a:t>
            </a:r>
            <a:r>
              <a:rPr lang="de-DE" sz="1600" dirty="0">
                <a:solidFill>
                  <a:schemeClr val="accent1">
                    <a:lumMod val="75000"/>
                  </a:schemeClr>
                </a:solidFill>
                <a:latin typeface="Times New Roman" panose="02020603050405020304" pitchFamily="18" charset="0"/>
                <a:cs typeface="Times New Roman" panose="02020603050405020304" pitchFamily="18" charset="0"/>
              </a:rPr>
              <a:t>. </a:t>
            </a:r>
            <a:r>
              <a:rPr lang="en-US" sz="1600" dirty="0">
                <a:solidFill>
                  <a:schemeClr val="accent1">
                    <a:lumMod val="75000"/>
                  </a:schemeClr>
                </a:solidFill>
                <a:latin typeface="Times New Roman" panose="02020603050405020304" pitchFamily="18" charset="0"/>
                <a:cs typeface="Times New Roman" panose="02020603050405020304" pitchFamily="18" charset="0"/>
              </a:rPr>
              <a:t>It</a:t>
            </a:r>
            <a:r>
              <a:rPr lang="en-US" sz="1600" dirty="0">
                <a:latin typeface="Times New Roman" panose="02020603050405020304" pitchFamily="18" charset="0"/>
                <a:cs typeface="Times New Roman" panose="02020603050405020304" pitchFamily="18" charset="0"/>
              </a:rPr>
              <a:t>’s innovations in industrial automation and robotics rely heavily on the precise control of mechanical motion</a:t>
            </a:r>
            <a:r>
              <a:rPr lang="de-DE" sz="1600" dirty="0">
                <a:solidFill>
                  <a:schemeClr val="accent1">
                    <a:lumMod val="75000"/>
                  </a:schemeClr>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the heart of this motion control are Servo Drives. </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effectLst/>
                <a:latin typeface="Times New Roman" panose="02020603050405020304" pitchFamily="18" charset="0"/>
                <a:cs typeface="Times New Roman" panose="02020603050405020304" pitchFamily="18" charset="0"/>
              </a:rPr>
              <a:t>Each new version of the servo drive control board uses an </a:t>
            </a:r>
            <a:r>
              <a:rPr lang="en-US" sz="1600" dirty="0" err="1">
                <a:effectLst/>
                <a:latin typeface="Times New Roman" panose="02020603050405020304" pitchFamily="18" charset="0"/>
                <a:cs typeface="Times New Roman" panose="02020603050405020304" pitchFamily="18" charset="0"/>
              </a:rPr>
              <a:t>MPSoC</a:t>
            </a:r>
            <a:r>
              <a:rPr lang="en-US" sz="1600" dirty="0">
                <a:effectLst/>
                <a:latin typeface="Times New Roman" panose="02020603050405020304" pitchFamily="18" charset="0"/>
                <a:cs typeface="Times New Roman" panose="02020603050405020304" pitchFamily="18" charset="0"/>
              </a:rPr>
              <a:t> with updated or redesigned FPGA modules. These modules must be validated under realistic operating conditions before release. However, the current verification process has several limitations.</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effectLst/>
                <a:latin typeface="Times New Roman" panose="02020603050405020304" pitchFamily="18" charset="0"/>
                <a:cs typeface="Times New Roman" panose="02020603050405020304" pitchFamily="18" charset="0"/>
              </a:rPr>
              <a:t>To address these challenges, the company requires a dedicated FPGA Verification Platform designed to modernize and enhance the verification process. This platform must emulate necessary inputs, automate test sequences, and enable dynamic, independent verification of FPGA modules.</a:t>
            </a:r>
          </a:p>
          <a:p>
            <a:pPr algn="just"/>
            <a:endParaRPr lang="en-US" sz="1600" dirty="0"/>
          </a:p>
          <a:p>
            <a:pPr algn="just"/>
            <a:endParaRPr lang="en-US" sz="1600" dirty="0"/>
          </a:p>
          <a:p>
            <a:pPr algn="l"/>
            <a:endParaRPr lang="en-US" sz="1600" dirty="0">
              <a:solidFill>
                <a:schemeClr val="accent1">
                  <a:lumMod val="75000"/>
                </a:schemeClr>
              </a:solidFill>
            </a:endParaRPr>
          </a:p>
          <a:p>
            <a:pPr algn="l"/>
            <a:endParaRPr lang="de-DE" sz="1600" dirty="0">
              <a:solidFill>
                <a:schemeClr val="accent1">
                  <a:lumMod val="75000"/>
                </a:schemeClr>
              </a:solidFill>
            </a:endParaRPr>
          </a:p>
        </p:txBody>
      </p:sp>
    </p:spTree>
    <p:extLst>
      <p:ext uri="{BB962C8B-B14F-4D97-AF65-F5344CB8AC3E}">
        <p14:creationId xmlns:p14="http://schemas.microsoft.com/office/powerpoint/2010/main" val="2866587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2E03EA-04C5-40B9-7F21-662B76FCDE04}"/>
              </a:ext>
            </a:extLst>
          </p:cNvPr>
          <p:cNvSpPr>
            <a:spLocks noGrp="1"/>
          </p:cNvSpPr>
          <p:nvPr>
            <p:ph type="title"/>
          </p:nvPr>
        </p:nvSpPr>
        <p:spPr>
          <a:xfrm>
            <a:off x="398463" y="358004"/>
            <a:ext cx="8353425" cy="280164"/>
          </a:xfrm>
        </p:spPr>
        <p:txBody>
          <a:bodyPr>
            <a:noAutofit/>
          </a:bodyPr>
          <a:lstStyle/>
          <a:p>
            <a:pPr algn="ctr"/>
            <a:r>
              <a:rPr lang="de-DE" sz="2000" dirty="0">
                <a:latin typeface="Times New Roman" panose="02020603050405020304" pitchFamily="18" charset="0"/>
                <a:cs typeface="Times New Roman" panose="02020603050405020304" pitchFamily="18" charset="0"/>
              </a:rPr>
              <a:t>PROBLEM STATEMENT</a:t>
            </a:r>
          </a:p>
        </p:txBody>
      </p:sp>
      <p:sp>
        <p:nvSpPr>
          <p:cNvPr id="6" name="Content Placeholder 5">
            <a:extLst>
              <a:ext uri="{FF2B5EF4-FFF2-40B4-BE49-F238E27FC236}">
                <a16:creationId xmlns:a16="http://schemas.microsoft.com/office/drawing/2014/main" id="{1E9601B6-D430-E703-04DF-85031A0A44FF}"/>
              </a:ext>
            </a:extLst>
          </p:cNvPr>
          <p:cNvSpPr>
            <a:spLocks noGrp="1"/>
          </p:cNvSpPr>
          <p:nvPr>
            <p:ph idx="1"/>
          </p:nvPr>
        </p:nvSpPr>
        <p:spPr>
          <a:xfrm>
            <a:off x="705150" y="1495939"/>
            <a:ext cx="5335041" cy="2151622"/>
          </a:xfrm>
        </p:spPr>
        <p:txBody>
          <a:bodyPr vert="horz" lIns="0" tIns="0" rIns="0" bIns="0" rtlCol="0" anchor="t">
            <a:normAutofit/>
          </a:bodyPr>
          <a:lstStyle/>
          <a:p>
            <a:pPr marL="285750" indent="-285750" algn="just">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Manual and Resource – Intensive Verification Process.</a:t>
            </a:r>
          </a:p>
          <a:p>
            <a:pPr marL="285750" indent="-285750" algn="just">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Limited Test Coverage.</a:t>
            </a:r>
          </a:p>
          <a:p>
            <a:pPr marL="285750" indent="-285750" algn="just">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Dependence on Physical Hardware and Motors.</a:t>
            </a:r>
          </a:p>
          <a:p>
            <a:pPr marL="285750" indent="-285750" algn="just">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Inefficient Measurement Techniques.</a:t>
            </a:r>
          </a:p>
          <a:p>
            <a:pPr marL="285750" indent="-285750" algn="just">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Lack of Modular and Isolated FPGA Verification.</a:t>
            </a:r>
          </a:p>
        </p:txBody>
      </p:sp>
      <p:pic>
        <p:nvPicPr>
          <p:cNvPr id="7" name="Content Placeholder 6" descr="A machine with many wires">
            <a:extLst>
              <a:ext uri="{FF2B5EF4-FFF2-40B4-BE49-F238E27FC236}">
                <a16:creationId xmlns:a16="http://schemas.microsoft.com/office/drawing/2014/main" id="{9DBDDA2B-4F9A-81D3-0F59-0B6CCCEFC947}"/>
              </a:ext>
            </a:extLst>
          </p:cNvPr>
          <p:cNvPicPr>
            <a:picLocks noGrp="1" noChangeAspect="1"/>
          </p:cNvPicPr>
          <p:nvPr>
            <p:ph idx="20"/>
          </p:nvPr>
        </p:nvPicPr>
        <p:blipFill>
          <a:blip r:embed="rId3"/>
          <a:stretch>
            <a:fillRect/>
          </a:stretch>
        </p:blipFill>
        <p:spPr>
          <a:xfrm rot="5400000">
            <a:off x="5871677" y="1302578"/>
            <a:ext cx="3215724" cy="2538345"/>
          </a:xfrm>
        </p:spPr>
      </p:pic>
      <p:sp>
        <p:nvSpPr>
          <p:cNvPr id="2" name="Footer Placeholder 1">
            <a:extLst>
              <a:ext uri="{FF2B5EF4-FFF2-40B4-BE49-F238E27FC236}">
                <a16:creationId xmlns:a16="http://schemas.microsoft.com/office/drawing/2014/main" id="{32481FFB-A704-11C1-5485-B070D7609430}"/>
              </a:ext>
            </a:extLst>
          </p:cNvPr>
          <p:cNvSpPr>
            <a:spLocks noGrp="1"/>
          </p:cNvSpPr>
          <p:nvPr>
            <p:ph type="ftr" sz="quarter" idx="10"/>
          </p:nvPr>
        </p:nvSpPr>
        <p:spPr>
          <a:xfrm>
            <a:off x="398463" y="4871779"/>
            <a:ext cx="1062037" cy="92333"/>
          </a:xfrm>
        </p:spPr>
        <p:txBody>
          <a:bodyPr wrap="square" anchor="ctr">
            <a:normAutofit/>
          </a:bodyPr>
          <a:lstStyle/>
          <a:p>
            <a:pPr>
              <a:spcAft>
                <a:spcPts val="600"/>
              </a:spcAft>
            </a:pPr>
            <a:r>
              <a:rPr lang="en-US"/>
              <a:t>Property of Schneider Electric |</a:t>
            </a:r>
          </a:p>
        </p:txBody>
      </p:sp>
      <p:sp>
        <p:nvSpPr>
          <p:cNvPr id="3" name="Slide Number Placeholder 2">
            <a:extLst>
              <a:ext uri="{FF2B5EF4-FFF2-40B4-BE49-F238E27FC236}">
                <a16:creationId xmlns:a16="http://schemas.microsoft.com/office/drawing/2014/main" id="{57FDEA36-DE53-8DA4-3979-057CDD07350E}"/>
              </a:ext>
            </a:extLst>
          </p:cNvPr>
          <p:cNvSpPr>
            <a:spLocks noGrp="1"/>
          </p:cNvSpPr>
          <p:nvPr>
            <p:ph type="sldNum" sz="quarter" idx="11"/>
          </p:nvPr>
        </p:nvSpPr>
        <p:spPr>
          <a:xfrm>
            <a:off x="1463675" y="4871780"/>
            <a:ext cx="525690" cy="92333"/>
          </a:xfrm>
        </p:spPr>
        <p:txBody>
          <a:bodyPr anchor="ctr">
            <a:normAutofit/>
          </a:bodyPr>
          <a:lstStyle/>
          <a:p>
            <a:pPr>
              <a:spcAft>
                <a:spcPts val="600"/>
              </a:spcAft>
            </a:pPr>
            <a:r>
              <a:rPr lang="en-US"/>
              <a:t>Page </a:t>
            </a:r>
            <a:fld id="{5A9C12DC-491F-9444-86A2-13AC5C62A2FC}" type="slidenum">
              <a:rPr lang="en-US" smtClean="0"/>
              <a:pPr>
                <a:spcAft>
                  <a:spcPts val="600"/>
                </a:spcAft>
              </a:pPr>
              <a:t>4</a:t>
            </a:fld>
            <a:endParaRPr lang="en-US"/>
          </a:p>
        </p:txBody>
      </p:sp>
    </p:spTree>
    <p:extLst>
      <p:ext uri="{BB962C8B-B14F-4D97-AF65-F5344CB8AC3E}">
        <p14:creationId xmlns:p14="http://schemas.microsoft.com/office/powerpoint/2010/main" val="461067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6E2FB1A-71A7-F98A-71F5-F26CD79C74F2}"/>
              </a:ext>
            </a:extLst>
          </p:cNvPr>
          <p:cNvSpPr>
            <a:spLocks noGrp="1"/>
          </p:cNvSpPr>
          <p:nvPr>
            <p:ph idx="1"/>
          </p:nvPr>
        </p:nvSpPr>
        <p:spPr>
          <a:xfrm>
            <a:off x="333901" y="1126136"/>
            <a:ext cx="4013901" cy="3127248"/>
          </a:xfrm>
        </p:spPr>
        <p:txBody>
          <a:bodyPr vert="horz" lIns="0" tIns="0" rIns="0" bIns="0" rtlCol="0" anchor="t">
            <a:noAutofit/>
          </a:bodyPr>
          <a:lstStyle/>
          <a:p>
            <a:pPr marL="228600" indent="-228600">
              <a:buFont typeface="+mj-lt"/>
              <a:buAutoNum type="arabicPeriod"/>
            </a:pPr>
            <a:r>
              <a:rPr lang="de-DE" sz="1100" b="1" dirty="0">
                <a:solidFill>
                  <a:schemeClr val="tx1"/>
                </a:solidFill>
                <a:latin typeface="Times New Roman"/>
                <a:cs typeface="Times New Roman"/>
              </a:rPr>
              <a:t>Simulation-Based Verification: </a:t>
            </a:r>
            <a:r>
              <a:rPr lang="de-DE" sz="1100" dirty="0">
                <a:solidFill>
                  <a:schemeClr val="tx1"/>
                </a:solidFill>
                <a:latin typeface="Times New Roman" panose="02020603050405020304" pitchFamily="18" charset="0"/>
                <a:cs typeface="Times New Roman" panose="02020603050405020304" pitchFamily="18" charset="0"/>
              </a:rPr>
              <a:t>FPGA designs can be varified </a:t>
            </a:r>
            <a:r>
              <a:rPr lang="en-US" sz="1100" dirty="0">
                <a:solidFill>
                  <a:schemeClr val="tx1"/>
                </a:solidFill>
                <a:latin typeface="Times New Roman" panose="02020603050405020304" pitchFamily="18" charset="0"/>
                <a:cs typeface="Times New Roman" panose="02020603050405020304" pitchFamily="18" charset="0"/>
              </a:rPr>
              <a:t>through </a:t>
            </a:r>
            <a:r>
              <a:rPr lang="en-US" sz="1100" b="1" dirty="0">
                <a:solidFill>
                  <a:schemeClr val="tx1"/>
                </a:solidFill>
                <a:latin typeface="Times New Roman" panose="02020603050405020304" pitchFamily="18" charset="0"/>
                <a:cs typeface="Times New Roman" panose="02020603050405020304" pitchFamily="18" charset="0"/>
              </a:rPr>
              <a:t>RTL, post-synthesis, and post-implementation simulations</a:t>
            </a:r>
            <a:r>
              <a:rPr lang="en-US" sz="1100" dirty="0">
                <a:solidFill>
                  <a:schemeClr val="tx1"/>
                </a:solidFill>
                <a:latin typeface="Times New Roman" panose="02020603050405020304" pitchFamily="18" charset="0"/>
                <a:cs typeface="Times New Roman" panose="02020603050405020304" pitchFamily="18" charset="0"/>
              </a:rPr>
              <a:t>, encompassing both functional and timing analyses to validate logic correctness and timing behavior across the entire design flow.</a:t>
            </a:r>
            <a:endParaRPr lang="de-DE" sz="1100" b="1" dirty="0">
              <a:solidFill>
                <a:schemeClr val="tx1"/>
              </a:solidFill>
              <a:latin typeface="Times New Roman" panose="02020603050405020304" pitchFamily="18" charset="0"/>
              <a:cs typeface="Times New Roman" panose="02020603050405020304" pitchFamily="18" charset="0"/>
            </a:endParaRPr>
          </a:p>
          <a:p>
            <a:pPr marL="228600" indent="-228600">
              <a:buAutoNum type="arabicPeriod"/>
            </a:pPr>
            <a:r>
              <a:rPr lang="de-DE" sz="1100" b="1" dirty="0">
                <a:solidFill>
                  <a:schemeClr val="tx1"/>
                </a:solidFill>
                <a:latin typeface="Times New Roman"/>
                <a:cs typeface="Times New Roman"/>
              </a:rPr>
              <a:t>Hardware-in-loop (HIL) Verification</a:t>
            </a:r>
            <a:r>
              <a:rPr lang="de-DE" sz="1100" dirty="0">
                <a:solidFill>
                  <a:schemeClr val="tx1"/>
                </a:solidFill>
                <a:latin typeface="Times New Roman"/>
                <a:cs typeface="Times New Roman"/>
              </a:rPr>
              <a:t>: </a:t>
            </a:r>
            <a:r>
              <a:rPr lang="en-US" sz="1100" dirty="0">
                <a:solidFill>
                  <a:schemeClr val="tx1"/>
                </a:solidFill>
                <a:latin typeface="Times New Roman"/>
                <a:cs typeface="Times New Roman"/>
              </a:rPr>
              <a:t>FPGA is integrated with real-world hardware (sensors, actuators, processors) for real-time verification.</a:t>
            </a:r>
          </a:p>
          <a:p>
            <a:pPr marL="228600" indent="-228600">
              <a:buAutoNum type="arabicPeriod"/>
            </a:pPr>
            <a:r>
              <a:rPr lang="de-DE" sz="1100" b="1" dirty="0">
                <a:solidFill>
                  <a:schemeClr val="tx1"/>
                </a:solidFill>
                <a:latin typeface="Times New Roman"/>
                <a:cs typeface="Times New Roman"/>
              </a:rPr>
              <a:t>In-System Debug: </a:t>
            </a:r>
            <a:r>
              <a:rPr lang="en-US" sz="1100" dirty="0">
                <a:solidFill>
                  <a:schemeClr val="tx1"/>
                </a:solidFill>
                <a:latin typeface="Times New Roman"/>
                <a:cs typeface="Times New Roman"/>
              </a:rPr>
              <a:t>Using tools like Xilinx System ILA or Integrated logic analyzer to capture internal FPGA signals in real time.</a:t>
            </a:r>
            <a:endParaRPr lang="de-DE" sz="1100" b="1" dirty="0">
              <a:solidFill>
                <a:schemeClr val="tx1"/>
              </a:solidFill>
              <a:latin typeface="Times New Roman"/>
              <a:cs typeface="Times New Roman"/>
            </a:endParaRPr>
          </a:p>
          <a:p>
            <a:pPr marL="228600" indent="-228600">
              <a:buAutoNum type="arabicPeriod"/>
            </a:pPr>
            <a:r>
              <a:rPr lang="en-US" sz="1100" b="1" dirty="0">
                <a:solidFill>
                  <a:schemeClr val="tx1"/>
                </a:solidFill>
                <a:latin typeface="Times New Roman"/>
                <a:cs typeface="Times New Roman"/>
              </a:rPr>
              <a:t>Software-Driven Verification: </a:t>
            </a:r>
            <a:r>
              <a:rPr lang="en-US" sz="1100" dirty="0">
                <a:solidFill>
                  <a:schemeClr val="tx1"/>
                </a:solidFill>
                <a:latin typeface="Times New Roman"/>
                <a:cs typeface="Times New Roman"/>
              </a:rPr>
              <a:t>Running test software or firmware on embedded processors (ARM, </a:t>
            </a:r>
            <a:r>
              <a:rPr lang="en-US" sz="1100" dirty="0" err="1">
                <a:solidFill>
                  <a:schemeClr val="tx1"/>
                </a:solidFill>
                <a:latin typeface="Times New Roman"/>
                <a:cs typeface="Times New Roman"/>
              </a:rPr>
              <a:t>MicroBlaze</a:t>
            </a:r>
            <a:r>
              <a:rPr lang="en-US" sz="1100" dirty="0">
                <a:solidFill>
                  <a:schemeClr val="tx1"/>
                </a:solidFill>
                <a:latin typeface="Times New Roman"/>
                <a:cs typeface="Times New Roman"/>
              </a:rPr>
              <a:t>, </a:t>
            </a:r>
            <a:r>
              <a:rPr lang="en-US" sz="1100" dirty="0" err="1">
                <a:solidFill>
                  <a:schemeClr val="tx1"/>
                </a:solidFill>
                <a:latin typeface="Times New Roman"/>
                <a:cs typeface="Times New Roman"/>
              </a:rPr>
              <a:t>Nios</a:t>
            </a:r>
            <a:r>
              <a:rPr lang="en-US" sz="1100" dirty="0">
                <a:solidFill>
                  <a:schemeClr val="tx1"/>
                </a:solidFill>
                <a:latin typeface="Times New Roman"/>
                <a:cs typeface="Times New Roman"/>
              </a:rPr>
              <a:t> II) integrated with FPGA logic, using AXI Interfaces to enable communication between hardware and software.</a:t>
            </a:r>
            <a:endParaRPr lang="de-DE" sz="1100" b="1" dirty="0">
              <a:solidFill>
                <a:schemeClr val="tx1"/>
              </a:solidFill>
              <a:latin typeface="Times New Roman"/>
              <a:cs typeface="Times New Roman"/>
            </a:endParaRPr>
          </a:p>
        </p:txBody>
      </p:sp>
      <p:pic>
        <p:nvPicPr>
          <p:cNvPr id="9" name="Content Placeholder 8" descr="A screenshot of a computer&#10;&#10;AI-generated content may be incorrect.">
            <a:extLst>
              <a:ext uri="{FF2B5EF4-FFF2-40B4-BE49-F238E27FC236}">
                <a16:creationId xmlns:a16="http://schemas.microsoft.com/office/drawing/2014/main" id="{FCC9D874-53B3-A793-0CF8-957306A67A86}"/>
              </a:ext>
            </a:extLst>
          </p:cNvPr>
          <p:cNvPicPr>
            <a:picLocks noGrp="1" noChangeAspect="1"/>
          </p:cNvPicPr>
          <p:nvPr>
            <p:ph idx="14"/>
          </p:nvPr>
        </p:nvPicPr>
        <p:blipFill>
          <a:blip r:embed="rId3"/>
          <a:stretch>
            <a:fillRect/>
          </a:stretch>
        </p:blipFill>
        <p:spPr>
          <a:xfrm>
            <a:off x="5166988" y="499983"/>
            <a:ext cx="1300868" cy="2264012"/>
          </a:xfrm>
        </p:spPr>
      </p:pic>
      <p:sp>
        <p:nvSpPr>
          <p:cNvPr id="2" name="Footer Placeholder 1">
            <a:extLst>
              <a:ext uri="{FF2B5EF4-FFF2-40B4-BE49-F238E27FC236}">
                <a16:creationId xmlns:a16="http://schemas.microsoft.com/office/drawing/2014/main" id="{B4AD03C5-AE24-70A1-A3E6-9E28A7E97D1D}"/>
              </a:ext>
            </a:extLst>
          </p:cNvPr>
          <p:cNvSpPr>
            <a:spLocks noGrp="1"/>
          </p:cNvSpPr>
          <p:nvPr>
            <p:ph type="ftr" sz="quarter" idx="10"/>
          </p:nvPr>
        </p:nvSpPr>
        <p:spPr>
          <a:xfrm>
            <a:off x="398463" y="4871779"/>
            <a:ext cx="1062037" cy="92333"/>
          </a:xfrm>
        </p:spPr>
        <p:txBody>
          <a:bodyPr wrap="square" anchor="ctr">
            <a:normAutofit/>
          </a:bodyPr>
          <a:lstStyle/>
          <a:p>
            <a:pPr>
              <a:spcAft>
                <a:spcPts val="600"/>
              </a:spcAft>
            </a:pPr>
            <a:r>
              <a:rPr lang="en-US"/>
              <a:t>Property of Schneider Electric |</a:t>
            </a:r>
          </a:p>
        </p:txBody>
      </p:sp>
      <p:sp>
        <p:nvSpPr>
          <p:cNvPr id="3" name="Slide Number Placeholder 2">
            <a:extLst>
              <a:ext uri="{FF2B5EF4-FFF2-40B4-BE49-F238E27FC236}">
                <a16:creationId xmlns:a16="http://schemas.microsoft.com/office/drawing/2014/main" id="{C5EF67CD-71DF-96D5-810D-A87087E16A87}"/>
              </a:ext>
            </a:extLst>
          </p:cNvPr>
          <p:cNvSpPr>
            <a:spLocks noGrp="1"/>
          </p:cNvSpPr>
          <p:nvPr>
            <p:ph type="sldNum" sz="quarter" idx="11"/>
          </p:nvPr>
        </p:nvSpPr>
        <p:spPr>
          <a:xfrm>
            <a:off x="1463675" y="4871780"/>
            <a:ext cx="525690" cy="92333"/>
          </a:xfrm>
        </p:spPr>
        <p:txBody>
          <a:bodyPr anchor="ctr">
            <a:normAutofit/>
          </a:bodyPr>
          <a:lstStyle/>
          <a:p>
            <a:pPr>
              <a:spcAft>
                <a:spcPts val="600"/>
              </a:spcAft>
            </a:pPr>
            <a:r>
              <a:rPr lang="en-US"/>
              <a:t>Page </a:t>
            </a:r>
            <a:fld id="{5A9C12DC-491F-9444-86A2-13AC5C62A2FC}" type="slidenum">
              <a:rPr lang="en-US" smtClean="0"/>
              <a:pPr>
                <a:spcAft>
                  <a:spcPts val="600"/>
                </a:spcAft>
              </a:pPr>
              <a:t>5</a:t>
            </a:fld>
            <a:endParaRPr lang="en-US"/>
          </a:p>
        </p:txBody>
      </p:sp>
      <p:pic>
        <p:nvPicPr>
          <p:cNvPr id="18" name="Picture 17">
            <a:extLst>
              <a:ext uri="{FF2B5EF4-FFF2-40B4-BE49-F238E27FC236}">
                <a16:creationId xmlns:a16="http://schemas.microsoft.com/office/drawing/2014/main" id="{171C32CA-94B8-5F8D-8262-ED80B19C07AD}"/>
              </a:ext>
            </a:extLst>
          </p:cNvPr>
          <p:cNvPicPr>
            <a:picLocks noChangeAspect="1"/>
          </p:cNvPicPr>
          <p:nvPr/>
        </p:nvPicPr>
        <p:blipFill>
          <a:blip r:embed="rId4"/>
          <a:stretch>
            <a:fillRect/>
          </a:stretch>
        </p:blipFill>
        <p:spPr>
          <a:xfrm>
            <a:off x="6529458" y="567038"/>
            <a:ext cx="2546938" cy="1633618"/>
          </a:xfrm>
          <a:prstGeom prst="rect">
            <a:avLst/>
          </a:prstGeom>
        </p:spPr>
      </p:pic>
      <p:sp>
        <p:nvSpPr>
          <p:cNvPr id="4" name="Title 1">
            <a:extLst>
              <a:ext uri="{FF2B5EF4-FFF2-40B4-BE49-F238E27FC236}">
                <a16:creationId xmlns:a16="http://schemas.microsoft.com/office/drawing/2014/main" id="{98C2024E-B39E-9828-99A2-1DB80B8CE6B4}"/>
              </a:ext>
            </a:extLst>
          </p:cNvPr>
          <p:cNvSpPr>
            <a:spLocks noGrp="1"/>
          </p:cNvSpPr>
          <p:nvPr>
            <p:ph type="title"/>
          </p:nvPr>
        </p:nvSpPr>
        <p:spPr>
          <a:xfrm>
            <a:off x="232475" y="86455"/>
            <a:ext cx="8353425" cy="280164"/>
          </a:xfrm>
        </p:spPr>
        <p:txBody>
          <a:bodyPr>
            <a:noAutofit/>
          </a:bodyPr>
          <a:lstStyle/>
          <a:p>
            <a:pPr algn="ctr"/>
            <a:r>
              <a:rPr lang="en-US" sz="2000" dirty="0">
                <a:latin typeface="Times New Roman" panose="02020603050405020304" pitchFamily="18" charset="0"/>
                <a:cs typeface="Times New Roman" panose="02020603050405020304" pitchFamily="18" charset="0"/>
              </a:rPr>
              <a:t>Technical Background</a:t>
            </a:r>
          </a:p>
        </p:txBody>
      </p:sp>
      <p:pic>
        <p:nvPicPr>
          <p:cNvPr id="5" name="Picture 4">
            <a:extLst>
              <a:ext uri="{FF2B5EF4-FFF2-40B4-BE49-F238E27FC236}">
                <a16:creationId xmlns:a16="http://schemas.microsoft.com/office/drawing/2014/main" id="{217F6C7B-22D4-CD6D-C344-09C4D27DF79D}"/>
              </a:ext>
            </a:extLst>
          </p:cNvPr>
          <p:cNvPicPr>
            <a:picLocks noChangeAspect="1"/>
          </p:cNvPicPr>
          <p:nvPr/>
        </p:nvPicPr>
        <p:blipFill>
          <a:blip r:embed="rId5"/>
          <a:stretch>
            <a:fillRect/>
          </a:stretch>
        </p:blipFill>
        <p:spPr>
          <a:xfrm>
            <a:off x="4722622" y="2793372"/>
            <a:ext cx="4294129" cy="1850145"/>
          </a:xfrm>
          <a:prstGeom prst="rect">
            <a:avLst/>
          </a:prstGeom>
        </p:spPr>
      </p:pic>
      <p:sp>
        <p:nvSpPr>
          <p:cNvPr id="7" name="Text Placeholder 2">
            <a:extLst>
              <a:ext uri="{FF2B5EF4-FFF2-40B4-BE49-F238E27FC236}">
                <a16:creationId xmlns:a16="http://schemas.microsoft.com/office/drawing/2014/main" id="{A0D2E05F-3C5C-18BF-D9DE-7BCCCC4F21D6}"/>
              </a:ext>
            </a:extLst>
          </p:cNvPr>
          <p:cNvSpPr>
            <a:spLocks noGrp="1"/>
          </p:cNvSpPr>
          <p:nvPr>
            <p:ph type="body" sz="quarter" idx="12"/>
          </p:nvPr>
        </p:nvSpPr>
        <p:spPr>
          <a:xfrm>
            <a:off x="333888" y="682891"/>
            <a:ext cx="8353425" cy="207225"/>
          </a:xfrm>
        </p:spPr>
        <p:txBody>
          <a:bodyPr>
            <a:normAutofit/>
          </a:bodyPr>
          <a:lstStyle/>
          <a:p>
            <a:pPr>
              <a:lnSpc>
                <a:spcPct val="90000"/>
              </a:lnSpc>
            </a:pPr>
            <a:r>
              <a:rPr lang="en-US" sz="1400" u="sng" dirty="0">
                <a:latin typeface="Times New Roman" panose="02020603050405020304" pitchFamily="18" charset="0"/>
                <a:cs typeface="Times New Roman" panose="02020603050405020304" pitchFamily="18" charset="0"/>
              </a:rPr>
              <a:t>Types of FPGA Verification</a:t>
            </a:r>
          </a:p>
        </p:txBody>
      </p:sp>
    </p:spTree>
    <p:extLst>
      <p:ext uri="{BB962C8B-B14F-4D97-AF65-F5344CB8AC3E}">
        <p14:creationId xmlns:p14="http://schemas.microsoft.com/office/powerpoint/2010/main" val="2464595483"/>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487269-8DE2-AE4B-3063-333138C3E3F4}"/>
              </a:ext>
            </a:extLst>
          </p:cNvPr>
          <p:cNvSpPr>
            <a:spLocks noGrp="1"/>
          </p:cNvSpPr>
          <p:nvPr>
            <p:ph type="body" sz="quarter" idx="12"/>
          </p:nvPr>
        </p:nvSpPr>
        <p:spPr>
          <a:xfrm>
            <a:off x="67456" y="312675"/>
            <a:ext cx="8353425" cy="207225"/>
          </a:xfrm>
        </p:spPr>
        <p:txBody>
          <a:bodyPr/>
          <a:lstStyle/>
          <a:p>
            <a:r>
              <a:rPr lang="de-DE">
                <a:latin typeface="Times New Roman" panose="02020603050405020304" pitchFamily="18" charset="0"/>
                <a:cs typeface="Times New Roman" panose="02020603050405020304" pitchFamily="18" charset="0"/>
              </a:rPr>
              <a:t>From Classroom to Thesis.</a:t>
            </a:r>
          </a:p>
        </p:txBody>
      </p:sp>
      <p:sp>
        <p:nvSpPr>
          <p:cNvPr id="4" name="Content Placeholder 3">
            <a:extLst>
              <a:ext uri="{FF2B5EF4-FFF2-40B4-BE49-F238E27FC236}">
                <a16:creationId xmlns:a16="http://schemas.microsoft.com/office/drawing/2014/main" id="{1B7F5264-AB41-6752-937F-0ECD82A79C01}"/>
              </a:ext>
            </a:extLst>
          </p:cNvPr>
          <p:cNvSpPr>
            <a:spLocks noGrp="1"/>
          </p:cNvSpPr>
          <p:nvPr>
            <p:ph idx="1"/>
          </p:nvPr>
        </p:nvSpPr>
        <p:spPr>
          <a:xfrm>
            <a:off x="67456" y="901801"/>
            <a:ext cx="4333577" cy="3390841"/>
          </a:xfrm>
        </p:spPr>
        <p:txBody>
          <a:bodyPr/>
          <a:lstStyle/>
          <a:p>
            <a:r>
              <a:rPr lang="de-DE" sz="1400">
                <a:latin typeface="Times New Roman" panose="02020603050405020304" pitchFamily="18" charset="0"/>
                <a:ea typeface="Tahoma" panose="020B0604030504040204" pitchFamily="34" charset="0"/>
                <a:cs typeface="Times New Roman" panose="02020603050405020304" pitchFamily="18" charset="0"/>
              </a:rPr>
              <a:t>Direct Digital Frequency Synthesis.</a:t>
            </a:r>
          </a:p>
          <a:p>
            <a:endParaRPr lang="de-DE"/>
          </a:p>
        </p:txBody>
      </p:sp>
      <p:sp>
        <p:nvSpPr>
          <p:cNvPr id="6" name="Content Placeholder 5">
            <a:extLst>
              <a:ext uri="{FF2B5EF4-FFF2-40B4-BE49-F238E27FC236}">
                <a16:creationId xmlns:a16="http://schemas.microsoft.com/office/drawing/2014/main" id="{162F920A-9145-6E3A-6D24-AC457809B6C9}"/>
              </a:ext>
            </a:extLst>
          </p:cNvPr>
          <p:cNvSpPr>
            <a:spLocks noGrp="1"/>
          </p:cNvSpPr>
          <p:nvPr>
            <p:ph idx="14"/>
          </p:nvPr>
        </p:nvSpPr>
        <p:spPr>
          <a:xfrm>
            <a:off x="4742969" y="901801"/>
            <a:ext cx="4017003" cy="3505603"/>
          </a:xfrm>
        </p:spPr>
        <p:txBody>
          <a:bodyPr/>
          <a:lstStyle/>
          <a:p>
            <a:r>
              <a:rPr lang="de-DE" sz="1400">
                <a:latin typeface="Times New Roman" panose="02020603050405020304" pitchFamily="18" charset="0"/>
                <a:cs typeface="Times New Roman" panose="02020603050405020304" pitchFamily="18" charset="0"/>
              </a:rPr>
              <a:t>CMSIS FFT </a:t>
            </a:r>
          </a:p>
          <a:p>
            <a:endParaRPr lang="de-DE" sz="14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sz="1200">
                <a:latin typeface="Times New Roman" panose="02020603050405020304" pitchFamily="18" charset="0"/>
                <a:cs typeface="Times New Roman" panose="02020603050405020304" pitchFamily="18" charset="0"/>
              </a:rPr>
              <a:t>Stands for Cortex Microcontroller Software Interface Standard.</a:t>
            </a:r>
          </a:p>
          <a:p>
            <a:pPr marL="285750" indent="-285750">
              <a:buFont typeface="Arial" panose="020B0604020202020204" pitchFamily="34" charset="0"/>
              <a:buChar char="•"/>
            </a:pPr>
            <a:r>
              <a:rPr lang="de-DE" sz="1200">
                <a:latin typeface="Times New Roman" panose="02020603050405020304" pitchFamily="18" charset="0"/>
                <a:cs typeface="Times New Roman" panose="02020603050405020304" pitchFamily="18" charset="0"/>
              </a:rPr>
              <a:t>A software library provided by ARM for Cortex M microcontrollers which provides a common API, so the code can work across differenr vendors‘ chips without major changes.</a:t>
            </a:r>
          </a:p>
          <a:p>
            <a:pPr marL="285750" indent="-285750">
              <a:buFont typeface="Arial" panose="020B0604020202020204" pitchFamily="34" charset="0"/>
              <a:buChar char="•"/>
            </a:pPr>
            <a:r>
              <a:rPr lang="de-DE" sz="1200">
                <a:latin typeface="Times New Roman" panose="02020603050405020304" pitchFamily="18" charset="0"/>
                <a:cs typeface="Times New Roman" panose="02020603050405020304" pitchFamily="18" charset="0"/>
              </a:rPr>
              <a:t>CMSIS-DSP – Optimized functions for digital signal processing. Includes filters, FFTs, matrix math, etc.</a:t>
            </a:r>
          </a:p>
          <a:p>
            <a:pPr marL="285750" indent="-285750">
              <a:buFont typeface="Arial" panose="020B0604020202020204" pitchFamily="34" charset="0"/>
              <a:buChar char="•"/>
            </a:pPr>
            <a:endParaRPr lang="de-DE" sz="120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A57641FC-4DCA-65C5-B147-7E832C427654}"/>
              </a:ext>
            </a:extLst>
          </p:cNvPr>
          <p:cNvSpPr>
            <a:spLocks noGrp="1"/>
          </p:cNvSpPr>
          <p:nvPr>
            <p:ph type="ftr" sz="quarter" idx="10"/>
          </p:nvPr>
        </p:nvSpPr>
        <p:spPr/>
        <p:txBody>
          <a:bodyPr/>
          <a:lstStyle/>
          <a:p>
            <a:r>
              <a:rPr lang="en-US"/>
              <a:t>Property of Schneider Electric |</a:t>
            </a:r>
          </a:p>
        </p:txBody>
      </p:sp>
      <p:sp>
        <p:nvSpPr>
          <p:cNvPr id="9" name="Slide Number Placeholder 8">
            <a:extLst>
              <a:ext uri="{FF2B5EF4-FFF2-40B4-BE49-F238E27FC236}">
                <a16:creationId xmlns:a16="http://schemas.microsoft.com/office/drawing/2014/main" id="{02486CF1-2CF8-CBEF-318B-B034DDCE9CC6}"/>
              </a:ext>
            </a:extLst>
          </p:cNvPr>
          <p:cNvSpPr>
            <a:spLocks noGrp="1"/>
          </p:cNvSpPr>
          <p:nvPr>
            <p:ph type="sldNum" sz="quarter" idx="11"/>
          </p:nvPr>
        </p:nvSpPr>
        <p:spPr/>
        <p:txBody>
          <a:bodyPr/>
          <a:lstStyle/>
          <a:p>
            <a:r>
              <a:rPr lang="en-US"/>
              <a:t>Page </a:t>
            </a:r>
            <a:fld id="{5A9C12DC-491F-9444-86A2-13AC5C62A2FC}" type="slidenum">
              <a:rPr lang="en-US" smtClean="0"/>
              <a:pPr/>
              <a:t>6</a:t>
            </a:fld>
            <a:endParaRPr lang="en-US"/>
          </a:p>
        </p:txBody>
      </p:sp>
      <p:pic>
        <p:nvPicPr>
          <p:cNvPr id="31" name="Picture 30">
            <a:extLst>
              <a:ext uri="{FF2B5EF4-FFF2-40B4-BE49-F238E27FC236}">
                <a16:creationId xmlns:a16="http://schemas.microsoft.com/office/drawing/2014/main" id="{EF8444EB-3768-ACE4-4170-39A95956F993}"/>
              </a:ext>
            </a:extLst>
          </p:cNvPr>
          <p:cNvPicPr>
            <a:picLocks noChangeAspect="1"/>
          </p:cNvPicPr>
          <p:nvPr/>
        </p:nvPicPr>
        <p:blipFill>
          <a:blip r:embed="rId2"/>
          <a:stretch>
            <a:fillRect/>
          </a:stretch>
        </p:blipFill>
        <p:spPr>
          <a:xfrm>
            <a:off x="0" y="1281658"/>
            <a:ext cx="4556250" cy="2893103"/>
          </a:xfrm>
          <a:prstGeom prst="rect">
            <a:avLst/>
          </a:prstGeom>
        </p:spPr>
      </p:pic>
      <p:pic>
        <p:nvPicPr>
          <p:cNvPr id="33" name="Picture 32">
            <a:extLst>
              <a:ext uri="{FF2B5EF4-FFF2-40B4-BE49-F238E27FC236}">
                <a16:creationId xmlns:a16="http://schemas.microsoft.com/office/drawing/2014/main" id="{0A9E060B-EDB6-1B8A-AA68-036EAB5FF7C6}"/>
              </a:ext>
            </a:extLst>
          </p:cNvPr>
          <p:cNvPicPr>
            <a:picLocks noChangeAspect="1"/>
          </p:cNvPicPr>
          <p:nvPr/>
        </p:nvPicPr>
        <p:blipFill>
          <a:blip r:embed="rId3"/>
          <a:stretch>
            <a:fillRect/>
          </a:stretch>
        </p:blipFill>
        <p:spPr>
          <a:xfrm>
            <a:off x="4742969" y="3326918"/>
            <a:ext cx="4333575" cy="847843"/>
          </a:xfrm>
          <a:prstGeom prst="rect">
            <a:avLst/>
          </a:prstGeom>
        </p:spPr>
      </p:pic>
    </p:spTree>
    <p:extLst>
      <p:ext uri="{BB962C8B-B14F-4D97-AF65-F5344CB8AC3E}">
        <p14:creationId xmlns:p14="http://schemas.microsoft.com/office/powerpoint/2010/main" val="253446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5EE659-F3C9-7B7C-3DBE-686787F0386D}"/>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58F1A5E9-09C8-45C9-500B-96F79712EEF0}"/>
              </a:ext>
            </a:extLst>
          </p:cNvPr>
          <p:cNvSpPr>
            <a:spLocks noGrp="1"/>
          </p:cNvSpPr>
          <p:nvPr>
            <p:ph type="sldNum" sz="quarter" idx="11"/>
          </p:nvPr>
        </p:nvSpPr>
        <p:spPr/>
        <p:txBody>
          <a:bodyPr/>
          <a:lstStyle/>
          <a:p>
            <a:r>
              <a:rPr lang="en-US"/>
              <a:t>Page </a:t>
            </a:r>
            <a:fld id="{5A9C12DC-491F-9444-86A2-13AC5C62A2FC}" type="slidenum">
              <a:rPr lang="en-US" smtClean="0"/>
              <a:pPr/>
              <a:t>7</a:t>
            </a:fld>
            <a:endParaRPr lang="en-US"/>
          </a:p>
        </p:txBody>
      </p:sp>
      <p:sp>
        <p:nvSpPr>
          <p:cNvPr id="4" name="Title 3">
            <a:extLst>
              <a:ext uri="{FF2B5EF4-FFF2-40B4-BE49-F238E27FC236}">
                <a16:creationId xmlns:a16="http://schemas.microsoft.com/office/drawing/2014/main" id="{3EC1DF2A-67ED-0D1B-D644-5C05E1625BBC}"/>
              </a:ext>
            </a:extLst>
          </p:cNvPr>
          <p:cNvSpPr>
            <a:spLocks noGrp="1"/>
          </p:cNvSpPr>
          <p:nvPr>
            <p:ph type="title"/>
          </p:nvPr>
        </p:nvSpPr>
        <p:spPr>
          <a:xfrm>
            <a:off x="392112" y="418658"/>
            <a:ext cx="8353425" cy="280164"/>
          </a:xfrm>
        </p:spPr>
        <p:txBody>
          <a:bodyPr/>
          <a:lstStyle/>
          <a:p>
            <a:pPr algn="ctr"/>
            <a:r>
              <a:rPr lang="de-DE" sz="2000" dirty="0">
                <a:latin typeface="Times New Roman" panose="02020603050405020304" pitchFamily="18" charset="0"/>
                <a:cs typeface="Times New Roman" panose="02020603050405020304" pitchFamily="18" charset="0"/>
              </a:rPr>
              <a:t>Objectives </a:t>
            </a:r>
          </a:p>
        </p:txBody>
      </p:sp>
      <p:sp>
        <p:nvSpPr>
          <p:cNvPr id="6" name="Content Placeholder 5">
            <a:extLst>
              <a:ext uri="{FF2B5EF4-FFF2-40B4-BE49-F238E27FC236}">
                <a16:creationId xmlns:a16="http://schemas.microsoft.com/office/drawing/2014/main" id="{4456BA77-B2AE-2F5C-6414-3A08B9BBCF42}"/>
              </a:ext>
            </a:extLst>
          </p:cNvPr>
          <p:cNvSpPr>
            <a:spLocks noGrp="1"/>
          </p:cNvSpPr>
          <p:nvPr>
            <p:ph idx="1"/>
          </p:nvPr>
        </p:nvSpPr>
        <p:spPr>
          <a:xfrm>
            <a:off x="392112" y="1042839"/>
            <a:ext cx="8353424" cy="3781484"/>
          </a:xfrm>
        </p:spPr>
        <p:txBody>
          <a:bodyPr/>
          <a:lstStyle/>
          <a:p>
            <a:pPr algn="just"/>
            <a:r>
              <a:rPr lang="de-DE" sz="1200" dirty="0">
                <a:latin typeface="Times New Roman" panose="02020603050405020304" pitchFamily="18" charset="0"/>
                <a:cs typeface="Times New Roman" panose="02020603050405020304" pitchFamily="18" charset="0"/>
              </a:rPr>
              <a:t>The primary objective was to develop a robust proof of concept for a dedicated FPGA Verification Platform. This platform wíll facilitate the comprehensive verification and testing of new FPGA modules of the control board prior to their release.</a:t>
            </a:r>
          </a:p>
          <a:p>
            <a:pPr marL="342900" indent="-342900" algn="just">
              <a:buFont typeface="+mj-lt"/>
              <a:buAutoNum type="arabicPeriod"/>
            </a:pPr>
            <a:r>
              <a:rPr lang="de-DE" sz="1200" b="1" dirty="0">
                <a:latin typeface="Times New Roman" panose="02020603050405020304" pitchFamily="18" charset="0"/>
                <a:cs typeface="Times New Roman" panose="02020603050405020304" pitchFamily="18" charset="0"/>
              </a:rPr>
              <a:t>Automated Verification</a:t>
            </a:r>
            <a:r>
              <a:rPr lang="en-US" sz="1200" dirty="0">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sz="1200" b="1" dirty="0">
                <a:latin typeface="Times New Roman" panose="02020603050405020304" pitchFamily="18" charset="0"/>
                <a:cs typeface="Times New Roman" panose="02020603050405020304" pitchFamily="18" charset="0"/>
              </a:rPr>
              <a:t>Comprehensive Test Coverage</a:t>
            </a:r>
            <a:r>
              <a:rPr lang="en-US" sz="1200" dirty="0">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sz="1200" b="1" dirty="0">
                <a:latin typeface="Times New Roman" panose="02020603050405020304" pitchFamily="18" charset="0"/>
                <a:cs typeface="Times New Roman" panose="02020603050405020304" pitchFamily="18" charset="0"/>
              </a:rPr>
              <a:t>Independent Module Testing</a:t>
            </a:r>
            <a:r>
              <a:rPr lang="en-US" sz="1200" dirty="0">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sz="1200" b="1" dirty="0">
                <a:latin typeface="Times New Roman" panose="02020603050405020304" pitchFamily="18" charset="0"/>
                <a:cs typeface="Times New Roman" panose="02020603050405020304" pitchFamily="18" charset="0"/>
              </a:rPr>
              <a:t>Complex Data Handling</a:t>
            </a:r>
            <a:r>
              <a:rPr lang="en-US" sz="1200" dirty="0">
                <a:latin typeface="Times New Roman" panose="02020603050405020304" pitchFamily="18" charset="0"/>
                <a:cs typeface="Times New Roman" panose="02020603050405020304" pitchFamily="18" charset="0"/>
              </a:rPr>
              <a:t>. </a:t>
            </a:r>
          </a:p>
          <a:p>
            <a:pPr marL="342900" indent="-342900" algn="just">
              <a:buFont typeface="+mj-lt"/>
              <a:buAutoNum type="arabicPeriod"/>
            </a:pPr>
            <a:r>
              <a:rPr lang="en-US" sz="1200" b="1" dirty="0">
                <a:latin typeface="Times New Roman" panose="02020603050405020304" pitchFamily="18" charset="0"/>
                <a:cs typeface="Times New Roman" panose="02020603050405020304" pitchFamily="18" charset="0"/>
              </a:rPr>
              <a:t>Scalability and Compatibility</a:t>
            </a:r>
            <a:r>
              <a:rPr lang="en-US" sz="1200" dirty="0">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sz="1200" b="1" dirty="0">
                <a:latin typeface="Times New Roman" panose="02020603050405020304" pitchFamily="18" charset="0"/>
                <a:cs typeface="Times New Roman" panose="02020603050405020304" pitchFamily="18" charset="0"/>
              </a:rPr>
              <a:t>Improved User Experience</a:t>
            </a:r>
            <a:r>
              <a:rPr lang="en-US" sz="1200" dirty="0">
                <a:latin typeface="Times New Roman" panose="02020603050405020304" pitchFamily="18" charset="0"/>
                <a:cs typeface="Times New Roman" panose="02020603050405020304" pitchFamily="18" charset="0"/>
              </a:rPr>
              <a:t>.</a:t>
            </a:r>
            <a:endParaRPr lang="de-DE" sz="1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DAF8EC6-8246-B6CB-1FB1-D24A6B81FED6}"/>
              </a:ext>
            </a:extLst>
          </p:cNvPr>
          <p:cNvPicPr>
            <a:picLocks noChangeAspect="1"/>
          </p:cNvPicPr>
          <p:nvPr/>
        </p:nvPicPr>
        <p:blipFill>
          <a:blip r:embed="rId3"/>
          <a:stretch>
            <a:fillRect/>
          </a:stretch>
        </p:blipFill>
        <p:spPr>
          <a:xfrm>
            <a:off x="4742825" y="1621631"/>
            <a:ext cx="3913448" cy="2907825"/>
          </a:xfrm>
          <a:prstGeom prst="rect">
            <a:avLst/>
          </a:prstGeom>
        </p:spPr>
      </p:pic>
    </p:spTree>
    <p:extLst>
      <p:ext uri="{BB962C8B-B14F-4D97-AF65-F5344CB8AC3E}">
        <p14:creationId xmlns:p14="http://schemas.microsoft.com/office/powerpoint/2010/main" val="1835859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5E6F5B-A1E8-9F47-E3EF-0C03A05D2FA5}"/>
              </a:ext>
            </a:extLst>
          </p:cNvPr>
          <p:cNvSpPr>
            <a:spLocks noGrp="1"/>
          </p:cNvSpPr>
          <p:nvPr>
            <p:ph type="body" sz="quarter" idx="12"/>
          </p:nvPr>
        </p:nvSpPr>
        <p:spPr>
          <a:xfrm>
            <a:off x="395285" y="147331"/>
            <a:ext cx="8353425" cy="255894"/>
          </a:xfrm>
        </p:spPr>
        <p:txBody>
          <a:bodyPr/>
          <a:lstStyle/>
          <a:p>
            <a:pPr algn="ctr"/>
            <a:r>
              <a:rPr lang="de-DE" sz="1800" b="1" dirty="0">
                <a:latin typeface="Times New Roman" panose="02020603050405020304" pitchFamily="18" charset="0"/>
                <a:ea typeface="Tahoma" panose="020B0604030504040204" pitchFamily="34" charset="0"/>
                <a:cs typeface="Times New Roman" panose="02020603050405020304" pitchFamily="18" charset="0"/>
              </a:rPr>
              <a:t>Relevant ServoDrive Control Board Design (DUT)</a:t>
            </a:r>
          </a:p>
        </p:txBody>
      </p:sp>
      <p:pic>
        <p:nvPicPr>
          <p:cNvPr id="8" name="Content Placeholder 7">
            <a:extLst>
              <a:ext uri="{FF2B5EF4-FFF2-40B4-BE49-F238E27FC236}">
                <a16:creationId xmlns:a16="http://schemas.microsoft.com/office/drawing/2014/main" id="{D2CA406A-641E-891E-C9B2-5E894D792ACF}"/>
              </a:ext>
            </a:extLst>
          </p:cNvPr>
          <p:cNvPicPr>
            <a:picLocks noGrp="1" noChangeAspect="1"/>
          </p:cNvPicPr>
          <p:nvPr>
            <p:ph idx="1"/>
          </p:nvPr>
        </p:nvPicPr>
        <p:blipFill>
          <a:blip r:embed="rId3"/>
          <a:stretch>
            <a:fillRect/>
          </a:stretch>
        </p:blipFill>
        <p:spPr>
          <a:xfrm>
            <a:off x="5313513" y="635680"/>
            <a:ext cx="3435197" cy="3936252"/>
          </a:xfrm>
        </p:spPr>
      </p:pic>
      <p:sp>
        <p:nvSpPr>
          <p:cNvPr id="5" name="Footer Placeholder 4">
            <a:extLst>
              <a:ext uri="{FF2B5EF4-FFF2-40B4-BE49-F238E27FC236}">
                <a16:creationId xmlns:a16="http://schemas.microsoft.com/office/drawing/2014/main" id="{5FAEC16C-F584-B77C-C5F9-36ECBDB489A0}"/>
              </a:ext>
            </a:extLst>
          </p:cNvPr>
          <p:cNvSpPr>
            <a:spLocks noGrp="1"/>
          </p:cNvSpPr>
          <p:nvPr>
            <p:ph type="ftr" sz="quarter" idx="10"/>
          </p:nvPr>
        </p:nvSpPr>
        <p:spPr>
          <a:xfrm>
            <a:off x="612161" y="4903835"/>
            <a:ext cx="1062037" cy="92333"/>
          </a:xfrm>
        </p:spPr>
        <p:txBody>
          <a:bodyPr/>
          <a:lstStyle/>
          <a:p>
            <a:r>
              <a:rPr lang="en-US"/>
              <a:t>Property of Schneider Electric |</a:t>
            </a:r>
          </a:p>
        </p:txBody>
      </p:sp>
      <p:sp>
        <p:nvSpPr>
          <p:cNvPr id="6" name="Slide Number Placeholder 5">
            <a:extLst>
              <a:ext uri="{FF2B5EF4-FFF2-40B4-BE49-F238E27FC236}">
                <a16:creationId xmlns:a16="http://schemas.microsoft.com/office/drawing/2014/main" id="{3DBC44D6-DF9D-E10F-3B64-E827F3BB610C}"/>
              </a:ext>
            </a:extLst>
          </p:cNvPr>
          <p:cNvSpPr>
            <a:spLocks noGrp="1"/>
          </p:cNvSpPr>
          <p:nvPr>
            <p:ph type="sldNum" sz="quarter" idx="11"/>
          </p:nvPr>
        </p:nvSpPr>
        <p:spPr>
          <a:xfrm>
            <a:off x="1677373" y="4903836"/>
            <a:ext cx="525690" cy="92333"/>
          </a:xfrm>
        </p:spPr>
        <p:txBody>
          <a:bodyPr/>
          <a:lstStyle/>
          <a:p>
            <a:r>
              <a:rPr lang="en-US"/>
              <a:t>Page </a:t>
            </a:r>
            <a:fld id="{5A9C12DC-491F-9444-86A2-13AC5C62A2FC}" type="slidenum">
              <a:rPr lang="en-US" smtClean="0"/>
              <a:pPr/>
              <a:t>8</a:t>
            </a:fld>
            <a:endParaRPr lang="en-US"/>
          </a:p>
        </p:txBody>
      </p:sp>
      <p:pic>
        <p:nvPicPr>
          <p:cNvPr id="10" name="Picture 9">
            <a:extLst>
              <a:ext uri="{FF2B5EF4-FFF2-40B4-BE49-F238E27FC236}">
                <a16:creationId xmlns:a16="http://schemas.microsoft.com/office/drawing/2014/main" id="{3D406D88-7D87-4713-C170-297409105C9E}"/>
              </a:ext>
            </a:extLst>
          </p:cNvPr>
          <p:cNvPicPr>
            <a:picLocks noChangeAspect="1"/>
          </p:cNvPicPr>
          <p:nvPr/>
        </p:nvPicPr>
        <p:blipFill>
          <a:blip r:embed="rId4"/>
          <a:stretch>
            <a:fillRect/>
          </a:stretch>
        </p:blipFill>
        <p:spPr>
          <a:xfrm>
            <a:off x="1079233" y="1629969"/>
            <a:ext cx="2247660" cy="1947674"/>
          </a:xfrm>
          <a:prstGeom prst="rect">
            <a:avLst/>
          </a:prstGeom>
        </p:spPr>
      </p:pic>
      <p:sp>
        <p:nvSpPr>
          <p:cNvPr id="11" name="Arrow: Right 10">
            <a:extLst>
              <a:ext uri="{FF2B5EF4-FFF2-40B4-BE49-F238E27FC236}">
                <a16:creationId xmlns:a16="http://schemas.microsoft.com/office/drawing/2014/main" id="{8FDD4D3C-24B5-1FC8-DD79-181E6061F2CD}"/>
              </a:ext>
            </a:extLst>
          </p:cNvPr>
          <p:cNvSpPr/>
          <p:nvPr/>
        </p:nvSpPr>
        <p:spPr>
          <a:xfrm>
            <a:off x="2937580" y="2530557"/>
            <a:ext cx="2375933" cy="193184"/>
          </a:xfrm>
          <a:prstGeom prst="rightArrow">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650017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0FC5-7F66-39A5-0728-AFF9D3160F9B}"/>
              </a:ext>
            </a:extLst>
          </p:cNvPr>
          <p:cNvSpPr>
            <a:spLocks noGrp="1"/>
          </p:cNvSpPr>
          <p:nvPr>
            <p:ph type="title"/>
          </p:nvPr>
        </p:nvSpPr>
        <p:spPr>
          <a:xfrm>
            <a:off x="372705" y="522856"/>
            <a:ext cx="8353425" cy="280164"/>
          </a:xfrm>
        </p:spPr>
        <p:txBody>
          <a:bodyPr/>
          <a:lstStyle/>
          <a:p>
            <a:pPr algn="ctr"/>
            <a:r>
              <a:rPr lang="de-DE" sz="1800" dirty="0">
                <a:latin typeface="Times New Roman" panose="02020603050405020304" pitchFamily="18" charset="0"/>
                <a:cs typeface="Times New Roman" panose="02020603050405020304" pitchFamily="18" charset="0"/>
              </a:rPr>
              <a:t>Understanding the DUTs</a:t>
            </a:r>
          </a:p>
        </p:txBody>
      </p:sp>
      <p:pic>
        <p:nvPicPr>
          <p:cNvPr id="10" name="Content Placeholder 9" descr="A diagram of a computer&#10;&#10;AI-generated content may be incorrect.">
            <a:extLst>
              <a:ext uri="{FF2B5EF4-FFF2-40B4-BE49-F238E27FC236}">
                <a16:creationId xmlns:a16="http://schemas.microsoft.com/office/drawing/2014/main" id="{BBF7CFB8-19FA-F0C9-F7BD-9D2F96DD4E28}"/>
              </a:ext>
            </a:extLst>
          </p:cNvPr>
          <p:cNvPicPr>
            <a:picLocks noGrp="1" noChangeAspect="1"/>
          </p:cNvPicPr>
          <p:nvPr>
            <p:ph idx="1"/>
          </p:nvPr>
        </p:nvPicPr>
        <p:blipFill>
          <a:blip r:embed="rId3"/>
          <a:stretch>
            <a:fillRect/>
          </a:stretch>
        </p:blipFill>
        <p:spPr>
          <a:xfrm>
            <a:off x="103062" y="1610843"/>
            <a:ext cx="2979233" cy="2108556"/>
          </a:xfrm>
        </p:spPr>
      </p:pic>
      <p:pic>
        <p:nvPicPr>
          <p:cNvPr id="12" name="Content Placeholder 11" descr="A diagram of a diagram&#10;&#10;AI-generated content may be incorrect.">
            <a:extLst>
              <a:ext uri="{FF2B5EF4-FFF2-40B4-BE49-F238E27FC236}">
                <a16:creationId xmlns:a16="http://schemas.microsoft.com/office/drawing/2014/main" id="{92C3DC63-90A8-7129-7348-CA4F4DB31597}"/>
              </a:ext>
            </a:extLst>
          </p:cNvPr>
          <p:cNvPicPr>
            <a:picLocks noGrp="1" noChangeAspect="1"/>
          </p:cNvPicPr>
          <p:nvPr>
            <p:ph idx="19"/>
          </p:nvPr>
        </p:nvPicPr>
        <p:blipFill>
          <a:blip r:embed="rId4"/>
          <a:stretch>
            <a:fillRect/>
          </a:stretch>
        </p:blipFill>
        <p:spPr>
          <a:xfrm>
            <a:off x="3335266" y="1610843"/>
            <a:ext cx="2588368" cy="2046657"/>
          </a:xfrm>
        </p:spPr>
      </p:pic>
      <p:pic>
        <p:nvPicPr>
          <p:cNvPr id="14" name="Content Placeholder 13" descr="A diagram of a computer flowchart&#10;&#10;AI-generated content may be incorrect.">
            <a:extLst>
              <a:ext uri="{FF2B5EF4-FFF2-40B4-BE49-F238E27FC236}">
                <a16:creationId xmlns:a16="http://schemas.microsoft.com/office/drawing/2014/main" id="{21AB3351-F843-77D2-7579-74AC6BC2B2DB}"/>
              </a:ext>
            </a:extLst>
          </p:cNvPr>
          <p:cNvPicPr>
            <a:picLocks noGrp="1" noChangeAspect="1"/>
          </p:cNvPicPr>
          <p:nvPr>
            <p:ph idx="20"/>
          </p:nvPr>
        </p:nvPicPr>
        <p:blipFill>
          <a:blip r:embed="rId5"/>
          <a:stretch>
            <a:fillRect/>
          </a:stretch>
        </p:blipFill>
        <p:spPr>
          <a:xfrm>
            <a:off x="6319480" y="1576050"/>
            <a:ext cx="2588368" cy="2143349"/>
          </a:xfrm>
        </p:spPr>
      </p:pic>
      <p:sp>
        <p:nvSpPr>
          <p:cNvPr id="7" name="Footer Placeholder 6">
            <a:extLst>
              <a:ext uri="{FF2B5EF4-FFF2-40B4-BE49-F238E27FC236}">
                <a16:creationId xmlns:a16="http://schemas.microsoft.com/office/drawing/2014/main" id="{198392D8-D67E-5043-DF57-448E77461E90}"/>
              </a:ext>
            </a:extLst>
          </p:cNvPr>
          <p:cNvSpPr>
            <a:spLocks noGrp="1"/>
          </p:cNvSpPr>
          <p:nvPr>
            <p:ph type="ftr" sz="quarter" idx="10"/>
          </p:nvPr>
        </p:nvSpPr>
        <p:spPr>
          <a:xfrm>
            <a:off x="372705" y="4807385"/>
            <a:ext cx="1062037" cy="92333"/>
          </a:xfrm>
        </p:spPr>
        <p:txBody>
          <a:bodyPr/>
          <a:lstStyle/>
          <a:p>
            <a:r>
              <a:rPr lang="en-US"/>
              <a:t>Property of Schneider Electric |</a:t>
            </a:r>
          </a:p>
        </p:txBody>
      </p:sp>
      <p:sp>
        <p:nvSpPr>
          <p:cNvPr id="8" name="Slide Number Placeholder 7">
            <a:extLst>
              <a:ext uri="{FF2B5EF4-FFF2-40B4-BE49-F238E27FC236}">
                <a16:creationId xmlns:a16="http://schemas.microsoft.com/office/drawing/2014/main" id="{BE8A19E7-0F8A-B7D7-156C-D1F21867DDA1}"/>
              </a:ext>
            </a:extLst>
          </p:cNvPr>
          <p:cNvSpPr>
            <a:spLocks noGrp="1"/>
          </p:cNvSpPr>
          <p:nvPr>
            <p:ph type="sldNum" sz="quarter" idx="11"/>
          </p:nvPr>
        </p:nvSpPr>
        <p:spPr>
          <a:xfrm>
            <a:off x="1437917" y="4807386"/>
            <a:ext cx="525690" cy="92333"/>
          </a:xfrm>
        </p:spPr>
        <p:txBody>
          <a:bodyPr/>
          <a:lstStyle/>
          <a:p>
            <a:r>
              <a:rPr lang="en-US"/>
              <a:t>Page </a:t>
            </a:r>
            <a:fld id="{5A9C12DC-491F-9444-86A2-13AC5C62A2FC}" type="slidenum">
              <a:rPr lang="en-US" smtClean="0"/>
              <a:pPr/>
              <a:t>9</a:t>
            </a:fld>
            <a:endParaRPr lang="en-US"/>
          </a:p>
        </p:txBody>
      </p:sp>
      <p:cxnSp>
        <p:nvCxnSpPr>
          <p:cNvPr id="18" name="Straight Connector 17">
            <a:extLst>
              <a:ext uri="{FF2B5EF4-FFF2-40B4-BE49-F238E27FC236}">
                <a16:creationId xmlns:a16="http://schemas.microsoft.com/office/drawing/2014/main" id="{51C47278-DC53-A24A-BC1E-7A29A579F998}"/>
              </a:ext>
            </a:extLst>
          </p:cNvPr>
          <p:cNvCxnSpPr>
            <a:cxnSpLocks/>
          </p:cNvCxnSpPr>
          <p:nvPr/>
        </p:nvCxnSpPr>
        <p:spPr>
          <a:xfrm>
            <a:off x="3181569" y="1445752"/>
            <a:ext cx="0" cy="2576945"/>
          </a:xfrm>
          <a:prstGeom prst="line">
            <a:avLst/>
          </a:prstGeom>
          <a:ln w="12700" cap="rnd">
            <a:solidFill>
              <a:srgbClr val="4F5156"/>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D7DA827-0F32-14F7-15D3-C5A6F0E199E8}"/>
              </a:ext>
            </a:extLst>
          </p:cNvPr>
          <p:cNvCxnSpPr>
            <a:cxnSpLocks/>
          </p:cNvCxnSpPr>
          <p:nvPr/>
        </p:nvCxnSpPr>
        <p:spPr>
          <a:xfrm>
            <a:off x="6181078" y="1445752"/>
            <a:ext cx="0" cy="2576945"/>
          </a:xfrm>
          <a:prstGeom prst="line">
            <a:avLst/>
          </a:prstGeom>
          <a:ln w="12700" cap="rnd">
            <a:solidFill>
              <a:srgbClr val="4F515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2216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BEBFD-6F44-C742-B263-E5E1B36466B2}"/>
              </a:ext>
            </a:extLst>
          </p:cNvPr>
          <p:cNvSpPr>
            <a:spLocks noGrp="1"/>
          </p:cNvSpPr>
          <p:nvPr>
            <p:ph type="title"/>
          </p:nvPr>
        </p:nvSpPr>
        <p:spPr>
          <a:xfrm>
            <a:off x="395286" y="179387"/>
            <a:ext cx="8353425" cy="675449"/>
          </a:xfrm>
        </p:spPr>
        <p:txBody>
          <a:bodyPr/>
          <a:lstStyle/>
          <a:p>
            <a:pPr algn="ctr"/>
            <a:r>
              <a:rPr lang="de-DE" sz="2000">
                <a:latin typeface="Times New Roman" panose="02020603050405020304" pitchFamily="18" charset="0"/>
                <a:cs typeface="Times New Roman" panose="02020603050405020304" pitchFamily="18" charset="0"/>
              </a:rPr>
              <a:t>Block Diagram of the System</a:t>
            </a:r>
          </a:p>
        </p:txBody>
      </p:sp>
      <p:sp>
        <p:nvSpPr>
          <p:cNvPr id="5" name="Footer Placeholder 4">
            <a:extLst>
              <a:ext uri="{FF2B5EF4-FFF2-40B4-BE49-F238E27FC236}">
                <a16:creationId xmlns:a16="http://schemas.microsoft.com/office/drawing/2014/main" id="{2E39E813-70B0-91F6-BFDD-4BD9E128995E}"/>
              </a:ext>
            </a:extLst>
          </p:cNvPr>
          <p:cNvSpPr>
            <a:spLocks noGrp="1"/>
          </p:cNvSpPr>
          <p:nvPr>
            <p:ph type="ftr" sz="quarter" idx="10"/>
          </p:nvPr>
        </p:nvSpPr>
        <p:spPr/>
        <p:txBody>
          <a:bodyPr/>
          <a:lstStyle/>
          <a:p>
            <a:r>
              <a:rPr lang="en-US"/>
              <a:t>Property of Schneider Electric |</a:t>
            </a:r>
          </a:p>
        </p:txBody>
      </p:sp>
      <p:sp>
        <p:nvSpPr>
          <p:cNvPr id="6" name="Slide Number Placeholder 5">
            <a:extLst>
              <a:ext uri="{FF2B5EF4-FFF2-40B4-BE49-F238E27FC236}">
                <a16:creationId xmlns:a16="http://schemas.microsoft.com/office/drawing/2014/main" id="{95AE02E4-F7EE-D77D-050C-D2640D4B2A0F}"/>
              </a:ext>
            </a:extLst>
          </p:cNvPr>
          <p:cNvSpPr>
            <a:spLocks noGrp="1"/>
          </p:cNvSpPr>
          <p:nvPr>
            <p:ph type="sldNum" sz="quarter" idx="11"/>
          </p:nvPr>
        </p:nvSpPr>
        <p:spPr/>
        <p:txBody>
          <a:bodyPr/>
          <a:lstStyle/>
          <a:p>
            <a:r>
              <a:rPr lang="en-US"/>
              <a:t>Page </a:t>
            </a:r>
            <a:fld id="{5A9C12DC-491F-9444-86A2-13AC5C62A2FC}" type="slidenum">
              <a:rPr lang="en-US" smtClean="0"/>
              <a:pPr/>
              <a:t>10</a:t>
            </a:fld>
            <a:endParaRPr lang="en-US"/>
          </a:p>
        </p:txBody>
      </p:sp>
      <p:pic>
        <p:nvPicPr>
          <p:cNvPr id="9" name="Content Placeholder 8" descr="A diagram of a computer&#10;&#10;AI-generated content may be incorrect.">
            <a:extLst>
              <a:ext uri="{FF2B5EF4-FFF2-40B4-BE49-F238E27FC236}">
                <a16:creationId xmlns:a16="http://schemas.microsoft.com/office/drawing/2014/main" id="{D6AC29E0-F9E0-902E-FF2B-77856F7A98AD}"/>
              </a:ext>
            </a:extLst>
          </p:cNvPr>
          <p:cNvPicPr>
            <a:picLocks noGrp="1" noChangeAspect="1"/>
          </p:cNvPicPr>
          <p:nvPr>
            <p:ph idx="1"/>
          </p:nvPr>
        </p:nvPicPr>
        <p:blipFill>
          <a:blip r:embed="rId3"/>
          <a:stretch>
            <a:fillRect/>
          </a:stretch>
        </p:blipFill>
        <p:spPr>
          <a:xfrm>
            <a:off x="1025031" y="872638"/>
            <a:ext cx="7093934" cy="3398224"/>
          </a:xfrm>
        </p:spPr>
      </p:pic>
    </p:spTree>
    <p:extLst>
      <p:ext uri="{BB962C8B-B14F-4D97-AF65-F5344CB8AC3E}">
        <p14:creationId xmlns:p14="http://schemas.microsoft.com/office/powerpoint/2010/main" val="2940445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31E06C-5C66-459C-D5A6-683CDFFC9647}"/>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7894B0A5-596C-8369-46EA-F8444B7B376E}"/>
              </a:ext>
            </a:extLst>
          </p:cNvPr>
          <p:cNvSpPr>
            <a:spLocks noGrp="1"/>
          </p:cNvSpPr>
          <p:nvPr>
            <p:ph type="sldNum" sz="quarter" idx="11"/>
          </p:nvPr>
        </p:nvSpPr>
        <p:spPr/>
        <p:txBody>
          <a:bodyPr/>
          <a:lstStyle/>
          <a:p>
            <a:r>
              <a:rPr lang="en-US"/>
              <a:t>Page </a:t>
            </a:r>
            <a:fld id="{5A9C12DC-491F-9444-86A2-13AC5C62A2FC}" type="slidenum">
              <a:rPr lang="en-US" smtClean="0"/>
              <a:pPr/>
              <a:t>11</a:t>
            </a:fld>
            <a:endParaRPr lang="en-US"/>
          </a:p>
        </p:txBody>
      </p:sp>
      <p:sp>
        <p:nvSpPr>
          <p:cNvPr id="4" name="Title 3">
            <a:extLst>
              <a:ext uri="{FF2B5EF4-FFF2-40B4-BE49-F238E27FC236}">
                <a16:creationId xmlns:a16="http://schemas.microsoft.com/office/drawing/2014/main" id="{852B1EF1-DBDB-5C47-69C5-FD4ADE41711C}"/>
              </a:ext>
            </a:extLst>
          </p:cNvPr>
          <p:cNvSpPr>
            <a:spLocks noGrp="1"/>
          </p:cNvSpPr>
          <p:nvPr>
            <p:ph type="title"/>
          </p:nvPr>
        </p:nvSpPr>
        <p:spPr/>
        <p:txBody>
          <a:bodyPr/>
          <a:lstStyle/>
          <a:p>
            <a:pPr algn="ctr"/>
            <a:r>
              <a:rPr lang="de-DE" sz="2000" dirty="0">
                <a:latin typeface="Times New Roman" panose="02020603050405020304" pitchFamily="18" charset="0"/>
                <a:cs typeface="Times New Roman" panose="02020603050405020304" pitchFamily="18" charset="0"/>
              </a:rPr>
              <a:t>Design and Implementation</a:t>
            </a:r>
          </a:p>
        </p:txBody>
      </p:sp>
      <p:sp>
        <p:nvSpPr>
          <p:cNvPr id="5" name="Text Placeholder 4">
            <a:extLst>
              <a:ext uri="{FF2B5EF4-FFF2-40B4-BE49-F238E27FC236}">
                <a16:creationId xmlns:a16="http://schemas.microsoft.com/office/drawing/2014/main" id="{66812C0C-B080-BE3E-20A1-79236000604E}"/>
              </a:ext>
            </a:extLst>
          </p:cNvPr>
          <p:cNvSpPr>
            <a:spLocks noGrp="1"/>
          </p:cNvSpPr>
          <p:nvPr>
            <p:ph type="body" sz="quarter" idx="12"/>
          </p:nvPr>
        </p:nvSpPr>
        <p:spPr>
          <a:xfrm>
            <a:off x="395287" y="954328"/>
            <a:ext cx="8353425" cy="207225"/>
          </a:xfrm>
        </p:spPr>
        <p:txBody>
          <a:bodyPr/>
          <a:lstStyle/>
          <a:p>
            <a:r>
              <a:rPr lang="de-DE" u="sng">
                <a:latin typeface="Times New Roman" panose="02020603050405020304" pitchFamily="18" charset="0"/>
                <a:cs typeface="Times New Roman" panose="02020603050405020304" pitchFamily="18" charset="0"/>
              </a:rPr>
              <a:t>1. Current Sense Verification</a:t>
            </a:r>
          </a:p>
        </p:txBody>
      </p:sp>
      <p:pic>
        <p:nvPicPr>
          <p:cNvPr id="10" name="Content Placeholder 9" descr="A diagram of a diagram&#10;&#10;AI-generated content may be incorrect.">
            <a:extLst>
              <a:ext uri="{FF2B5EF4-FFF2-40B4-BE49-F238E27FC236}">
                <a16:creationId xmlns:a16="http://schemas.microsoft.com/office/drawing/2014/main" id="{FFFD1A07-CD1B-0CAA-0E42-B605A6353566}"/>
              </a:ext>
            </a:extLst>
          </p:cNvPr>
          <p:cNvPicPr>
            <a:picLocks noGrp="1" noChangeAspect="1"/>
          </p:cNvPicPr>
          <p:nvPr>
            <p:ph idx="1"/>
          </p:nvPr>
        </p:nvPicPr>
        <p:blipFill>
          <a:blip r:embed="rId3"/>
          <a:stretch>
            <a:fillRect/>
          </a:stretch>
        </p:blipFill>
        <p:spPr>
          <a:xfrm>
            <a:off x="1152392" y="1210612"/>
            <a:ext cx="6839214" cy="3303432"/>
          </a:xfrm>
        </p:spPr>
      </p:pic>
    </p:spTree>
    <p:extLst>
      <p:ext uri="{BB962C8B-B14F-4D97-AF65-F5344CB8AC3E}">
        <p14:creationId xmlns:p14="http://schemas.microsoft.com/office/powerpoint/2010/main" val="4157352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36EFD6-D3CB-9B3C-C9EC-7405EFD7995C}"/>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27AB156D-BC44-B5ED-AC53-D59AE9343C43}"/>
              </a:ext>
            </a:extLst>
          </p:cNvPr>
          <p:cNvSpPr>
            <a:spLocks noGrp="1"/>
          </p:cNvSpPr>
          <p:nvPr>
            <p:ph type="sldNum" sz="quarter" idx="11"/>
          </p:nvPr>
        </p:nvSpPr>
        <p:spPr/>
        <p:txBody>
          <a:bodyPr/>
          <a:lstStyle/>
          <a:p>
            <a:r>
              <a:rPr lang="en-US"/>
              <a:t>Page </a:t>
            </a:r>
            <a:fld id="{5A9C12DC-491F-9444-86A2-13AC5C62A2FC}" type="slidenum">
              <a:rPr lang="en-US" smtClean="0"/>
              <a:pPr/>
              <a:t>12</a:t>
            </a:fld>
            <a:endParaRPr lang="en-US"/>
          </a:p>
        </p:txBody>
      </p:sp>
      <p:sp>
        <p:nvSpPr>
          <p:cNvPr id="5" name="Text Placeholder 4">
            <a:extLst>
              <a:ext uri="{FF2B5EF4-FFF2-40B4-BE49-F238E27FC236}">
                <a16:creationId xmlns:a16="http://schemas.microsoft.com/office/drawing/2014/main" id="{6564C104-B0B1-18C2-509B-5E950DDF4A4A}"/>
              </a:ext>
            </a:extLst>
          </p:cNvPr>
          <p:cNvSpPr>
            <a:spLocks noGrp="1"/>
          </p:cNvSpPr>
          <p:nvPr>
            <p:ph type="body" sz="quarter" idx="12"/>
          </p:nvPr>
        </p:nvSpPr>
        <p:spPr>
          <a:xfrm>
            <a:off x="236539" y="297991"/>
            <a:ext cx="8353425" cy="207225"/>
          </a:xfrm>
        </p:spPr>
        <p:txBody>
          <a:bodyPr/>
          <a:lstStyle/>
          <a:p>
            <a:r>
              <a:rPr lang="de-DE" sz="1400" u="sng">
                <a:latin typeface="Times New Roman" panose="02020603050405020304" pitchFamily="18" charset="0"/>
                <a:cs typeface="Times New Roman" panose="02020603050405020304" pitchFamily="18" charset="0"/>
              </a:rPr>
              <a:t>2. PWM VERIFICATION</a:t>
            </a:r>
          </a:p>
        </p:txBody>
      </p:sp>
      <p:pic>
        <p:nvPicPr>
          <p:cNvPr id="9" name="Content Placeholder 8" descr="A diagram of a diagram">
            <a:extLst>
              <a:ext uri="{FF2B5EF4-FFF2-40B4-BE49-F238E27FC236}">
                <a16:creationId xmlns:a16="http://schemas.microsoft.com/office/drawing/2014/main" id="{B4FFA231-12F6-99C1-F72F-EE6F29A6C1A2}"/>
              </a:ext>
            </a:extLst>
          </p:cNvPr>
          <p:cNvPicPr>
            <a:picLocks noGrp="1" noChangeAspect="1"/>
          </p:cNvPicPr>
          <p:nvPr>
            <p:ph idx="1"/>
          </p:nvPr>
        </p:nvPicPr>
        <p:blipFill>
          <a:blip r:embed="rId3"/>
          <a:stretch>
            <a:fillRect/>
          </a:stretch>
        </p:blipFill>
        <p:spPr>
          <a:xfrm>
            <a:off x="900902" y="605307"/>
            <a:ext cx="7169651" cy="3854947"/>
          </a:xfrm>
        </p:spPr>
      </p:pic>
    </p:spTree>
    <p:extLst>
      <p:ext uri="{BB962C8B-B14F-4D97-AF65-F5344CB8AC3E}">
        <p14:creationId xmlns:p14="http://schemas.microsoft.com/office/powerpoint/2010/main" val="4148729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F354D8-F852-E431-08E8-FE7A623453F2}"/>
              </a:ext>
            </a:extLst>
          </p:cNvPr>
          <p:cNvSpPr>
            <a:spLocks noGrp="1"/>
          </p:cNvSpPr>
          <p:nvPr>
            <p:ph type="body" sz="quarter" idx="12"/>
          </p:nvPr>
        </p:nvSpPr>
        <p:spPr>
          <a:xfrm>
            <a:off x="163062" y="367717"/>
            <a:ext cx="2928481" cy="626511"/>
          </a:xfrm>
        </p:spPr>
        <p:txBody>
          <a:bodyPr/>
          <a:lstStyle/>
          <a:p>
            <a:r>
              <a:rPr lang="de-DE" u="sng" dirty="0"/>
              <a:t>3. Verification Controller Statemachine</a:t>
            </a:r>
          </a:p>
        </p:txBody>
      </p:sp>
      <p:pic>
        <p:nvPicPr>
          <p:cNvPr id="8" name="Content Placeholder 7" descr="A diagram of a company&#10;&#10;AI-generated content may be incorrect.">
            <a:extLst>
              <a:ext uri="{FF2B5EF4-FFF2-40B4-BE49-F238E27FC236}">
                <a16:creationId xmlns:a16="http://schemas.microsoft.com/office/drawing/2014/main" id="{CADFD7C4-4C5D-2CC4-EE47-23E515196C12}"/>
              </a:ext>
            </a:extLst>
          </p:cNvPr>
          <p:cNvPicPr>
            <a:picLocks noGrp="1" noChangeAspect="1"/>
          </p:cNvPicPr>
          <p:nvPr>
            <p:ph idx="1"/>
          </p:nvPr>
        </p:nvPicPr>
        <p:blipFill>
          <a:blip r:embed="rId2"/>
          <a:stretch>
            <a:fillRect/>
          </a:stretch>
        </p:blipFill>
        <p:spPr>
          <a:xfrm>
            <a:off x="3091543" y="0"/>
            <a:ext cx="6052457" cy="5143500"/>
          </a:xfrm>
        </p:spPr>
      </p:pic>
      <p:sp>
        <p:nvSpPr>
          <p:cNvPr id="5" name="Footer Placeholder 4">
            <a:extLst>
              <a:ext uri="{FF2B5EF4-FFF2-40B4-BE49-F238E27FC236}">
                <a16:creationId xmlns:a16="http://schemas.microsoft.com/office/drawing/2014/main" id="{0CBBF500-0240-D4D3-9FFF-79068D7A155E}"/>
              </a:ext>
            </a:extLst>
          </p:cNvPr>
          <p:cNvSpPr>
            <a:spLocks noGrp="1"/>
          </p:cNvSpPr>
          <p:nvPr>
            <p:ph type="ftr" sz="quarter" idx="10"/>
          </p:nvPr>
        </p:nvSpPr>
        <p:spPr/>
        <p:txBody>
          <a:bodyPr/>
          <a:lstStyle/>
          <a:p>
            <a:r>
              <a:rPr lang="en-US"/>
              <a:t>Property of Schneider Electric |</a:t>
            </a:r>
          </a:p>
        </p:txBody>
      </p:sp>
      <p:sp>
        <p:nvSpPr>
          <p:cNvPr id="6" name="Slide Number Placeholder 5">
            <a:extLst>
              <a:ext uri="{FF2B5EF4-FFF2-40B4-BE49-F238E27FC236}">
                <a16:creationId xmlns:a16="http://schemas.microsoft.com/office/drawing/2014/main" id="{9E53ECE0-4EE3-72C0-775A-D07C189F81AA}"/>
              </a:ext>
            </a:extLst>
          </p:cNvPr>
          <p:cNvSpPr>
            <a:spLocks noGrp="1"/>
          </p:cNvSpPr>
          <p:nvPr>
            <p:ph type="sldNum" sz="quarter" idx="11"/>
          </p:nvPr>
        </p:nvSpPr>
        <p:spPr/>
        <p:txBody>
          <a:bodyPr/>
          <a:lstStyle/>
          <a:p>
            <a:r>
              <a:rPr lang="en-US"/>
              <a:t>Page </a:t>
            </a:r>
            <a:fld id="{5A9C12DC-491F-9444-86A2-13AC5C62A2FC}" type="slidenum">
              <a:rPr lang="en-US" smtClean="0"/>
              <a:pPr/>
              <a:t>13</a:t>
            </a:fld>
            <a:endParaRPr lang="en-US"/>
          </a:p>
        </p:txBody>
      </p:sp>
      <p:pic>
        <p:nvPicPr>
          <p:cNvPr id="4" name="Picture 3">
            <a:extLst>
              <a:ext uri="{FF2B5EF4-FFF2-40B4-BE49-F238E27FC236}">
                <a16:creationId xmlns:a16="http://schemas.microsoft.com/office/drawing/2014/main" id="{60182DB6-EB6E-0C77-9381-763D2B33646D}"/>
              </a:ext>
            </a:extLst>
          </p:cNvPr>
          <p:cNvPicPr>
            <a:picLocks noChangeAspect="1"/>
          </p:cNvPicPr>
          <p:nvPr/>
        </p:nvPicPr>
        <p:blipFill>
          <a:blip r:embed="rId3"/>
          <a:stretch>
            <a:fillRect/>
          </a:stretch>
        </p:blipFill>
        <p:spPr>
          <a:xfrm>
            <a:off x="53017" y="897163"/>
            <a:ext cx="3052325" cy="3878619"/>
          </a:xfrm>
          <a:prstGeom prst="rect">
            <a:avLst/>
          </a:prstGeom>
        </p:spPr>
      </p:pic>
    </p:spTree>
    <p:extLst>
      <p:ext uri="{BB962C8B-B14F-4D97-AF65-F5344CB8AC3E}">
        <p14:creationId xmlns:p14="http://schemas.microsoft.com/office/powerpoint/2010/main" val="2757308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922BCA7-1346-5001-3ED9-A88D7D56341C}"/>
              </a:ext>
            </a:extLst>
          </p:cNvPr>
          <p:cNvSpPr>
            <a:spLocks noGrp="1"/>
          </p:cNvSpPr>
          <p:nvPr>
            <p:ph type="body" sz="quarter" idx="12"/>
          </p:nvPr>
        </p:nvSpPr>
        <p:spPr>
          <a:xfrm>
            <a:off x="232475" y="826631"/>
            <a:ext cx="8353425" cy="207225"/>
          </a:xfrm>
        </p:spPr>
        <p:txBody>
          <a:bodyPr/>
          <a:lstStyle/>
          <a:p>
            <a:r>
              <a:rPr lang="de-DE" u="sng" dirty="0"/>
              <a:t>CurrentSense Verification Results</a:t>
            </a:r>
          </a:p>
        </p:txBody>
      </p:sp>
      <p:pic>
        <p:nvPicPr>
          <p:cNvPr id="11" name="Content Placeholder 10" descr="A screenshot of a computer">
            <a:extLst>
              <a:ext uri="{FF2B5EF4-FFF2-40B4-BE49-F238E27FC236}">
                <a16:creationId xmlns:a16="http://schemas.microsoft.com/office/drawing/2014/main" id="{AD72D8EC-07E1-7C52-8505-374AAAB733C1}"/>
              </a:ext>
            </a:extLst>
          </p:cNvPr>
          <p:cNvPicPr>
            <a:picLocks noGrp="1" noChangeAspect="1"/>
          </p:cNvPicPr>
          <p:nvPr>
            <p:ph idx="1"/>
          </p:nvPr>
        </p:nvPicPr>
        <p:blipFill>
          <a:blip r:embed="rId2"/>
          <a:stretch>
            <a:fillRect/>
          </a:stretch>
        </p:blipFill>
        <p:spPr>
          <a:xfrm>
            <a:off x="395988" y="1365124"/>
            <a:ext cx="4013200" cy="2090293"/>
          </a:xfrm>
        </p:spPr>
      </p:pic>
      <p:pic>
        <p:nvPicPr>
          <p:cNvPr id="13" name="Content Placeholder 12" descr="A screenshot of a computer">
            <a:extLst>
              <a:ext uri="{FF2B5EF4-FFF2-40B4-BE49-F238E27FC236}">
                <a16:creationId xmlns:a16="http://schemas.microsoft.com/office/drawing/2014/main" id="{0FE4098B-401B-385C-7BD8-FFD930881636}"/>
              </a:ext>
            </a:extLst>
          </p:cNvPr>
          <p:cNvPicPr>
            <a:picLocks noGrp="1" noChangeAspect="1"/>
          </p:cNvPicPr>
          <p:nvPr>
            <p:ph idx="14"/>
          </p:nvPr>
        </p:nvPicPr>
        <p:blipFill>
          <a:blip r:embed="rId3"/>
          <a:stretch>
            <a:fillRect/>
          </a:stretch>
        </p:blipFill>
        <p:spPr>
          <a:xfrm>
            <a:off x="4724182" y="1365124"/>
            <a:ext cx="4016375" cy="2090292"/>
          </a:xfrm>
        </p:spPr>
      </p:pic>
      <p:sp>
        <p:nvSpPr>
          <p:cNvPr id="7" name="Text Placeholder 6">
            <a:extLst>
              <a:ext uri="{FF2B5EF4-FFF2-40B4-BE49-F238E27FC236}">
                <a16:creationId xmlns:a16="http://schemas.microsoft.com/office/drawing/2014/main" id="{A4397F74-5D6B-B008-E2CA-D1CEB71B9FCE}"/>
              </a:ext>
            </a:extLst>
          </p:cNvPr>
          <p:cNvSpPr>
            <a:spLocks noGrp="1"/>
          </p:cNvSpPr>
          <p:nvPr>
            <p:ph type="body" sz="quarter" idx="15"/>
          </p:nvPr>
        </p:nvSpPr>
        <p:spPr>
          <a:xfrm>
            <a:off x="4731709" y="4004848"/>
            <a:ext cx="4008848" cy="158750"/>
          </a:xfrm>
        </p:spPr>
        <p:txBody>
          <a:bodyPr/>
          <a:lstStyle/>
          <a:p>
            <a:pPr algn="ctr"/>
            <a:r>
              <a:rPr lang="de-DE"/>
              <a:t>Dynamic Test</a:t>
            </a:r>
          </a:p>
        </p:txBody>
      </p:sp>
      <p:sp>
        <p:nvSpPr>
          <p:cNvPr id="8" name="Footer Placeholder 7">
            <a:extLst>
              <a:ext uri="{FF2B5EF4-FFF2-40B4-BE49-F238E27FC236}">
                <a16:creationId xmlns:a16="http://schemas.microsoft.com/office/drawing/2014/main" id="{6EDB3A0F-6043-FA0F-48C4-7275037F710D}"/>
              </a:ext>
            </a:extLst>
          </p:cNvPr>
          <p:cNvSpPr>
            <a:spLocks noGrp="1"/>
          </p:cNvSpPr>
          <p:nvPr>
            <p:ph type="ftr" sz="quarter" idx="10"/>
          </p:nvPr>
        </p:nvSpPr>
        <p:spPr/>
        <p:txBody>
          <a:bodyPr/>
          <a:lstStyle/>
          <a:p>
            <a:r>
              <a:rPr lang="en-US"/>
              <a:t>Property of Schneider Electric |</a:t>
            </a:r>
          </a:p>
        </p:txBody>
      </p:sp>
      <p:sp>
        <p:nvSpPr>
          <p:cNvPr id="9" name="Slide Number Placeholder 8">
            <a:extLst>
              <a:ext uri="{FF2B5EF4-FFF2-40B4-BE49-F238E27FC236}">
                <a16:creationId xmlns:a16="http://schemas.microsoft.com/office/drawing/2014/main" id="{49BD675C-562D-AEA0-E548-DD0D2FDC930F}"/>
              </a:ext>
            </a:extLst>
          </p:cNvPr>
          <p:cNvSpPr>
            <a:spLocks noGrp="1"/>
          </p:cNvSpPr>
          <p:nvPr>
            <p:ph type="sldNum" sz="quarter" idx="11"/>
          </p:nvPr>
        </p:nvSpPr>
        <p:spPr/>
        <p:txBody>
          <a:bodyPr/>
          <a:lstStyle/>
          <a:p>
            <a:r>
              <a:rPr lang="en-US"/>
              <a:t>Page </a:t>
            </a:r>
            <a:fld id="{5A9C12DC-491F-9444-86A2-13AC5C62A2FC}" type="slidenum">
              <a:rPr lang="en-US" smtClean="0"/>
              <a:pPr/>
              <a:t>14</a:t>
            </a:fld>
            <a:endParaRPr lang="en-US"/>
          </a:p>
        </p:txBody>
      </p:sp>
      <p:sp>
        <p:nvSpPr>
          <p:cNvPr id="5" name="Text Placeholder 4">
            <a:extLst>
              <a:ext uri="{FF2B5EF4-FFF2-40B4-BE49-F238E27FC236}">
                <a16:creationId xmlns:a16="http://schemas.microsoft.com/office/drawing/2014/main" id="{2C7E86DE-02D9-628F-7FA3-01EC5C637409}"/>
              </a:ext>
            </a:extLst>
          </p:cNvPr>
          <p:cNvSpPr>
            <a:spLocks noGrp="1"/>
          </p:cNvSpPr>
          <p:nvPr>
            <p:ph type="body" sz="quarter" idx="13"/>
          </p:nvPr>
        </p:nvSpPr>
        <p:spPr>
          <a:xfrm>
            <a:off x="395988" y="4004848"/>
            <a:ext cx="4013900" cy="158750"/>
          </a:xfrm>
        </p:spPr>
        <p:txBody>
          <a:bodyPr/>
          <a:lstStyle/>
          <a:p>
            <a:pPr algn="ctr"/>
            <a:r>
              <a:rPr lang="de-DE"/>
              <a:t>Static Test  </a:t>
            </a:r>
          </a:p>
        </p:txBody>
      </p:sp>
      <p:sp>
        <p:nvSpPr>
          <p:cNvPr id="10" name="Title 3">
            <a:extLst>
              <a:ext uri="{FF2B5EF4-FFF2-40B4-BE49-F238E27FC236}">
                <a16:creationId xmlns:a16="http://schemas.microsoft.com/office/drawing/2014/main" id="{79FF414B-757F-CD39-CDE1-B6583FC0C2CA}"/>
              </a:ext>
            </a:extLst>
          </p:cNvPr>
          <p:cNvSpPr>
            <a:spLocks noGrp="1"/>
          </p:cNvSpPr>
          <p:nvPr>
            <p:ph type="title"/>
          </p:nvPr>
        </p:nvSpPr>
        <p:spPr>
          <a:xfrm>
            <a:off x="232474" y="277199"/>
            <a:ext cx="8353425" cy="280164"/>
          </a:xfrm>
        </p:spPr>
        <p:txBody>
          <a:bodyPr/>
          <a:lstStyle/>
          <a:p>
            <a:pPr algn="ctr"/>
            <a:r>
              <a:rPr lang="de-DE" sz="2000" dirty="0">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3343924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2EDD54-5895-E3DB-5F63-C562A5F8C4E2}"/>
              </a:ext>
            </a:extLst>
          </p:cNvPr>
          <p:cNvSpPr>
            <a:spLocks noGrp="1"/>
          </p:cNvSpPr>
          <p:nvPr>
            <p:ph type="body" sz="quarter" idx="12"/>
          </p:nvPr>
        </p:nvSpPr>
        <p:spPr>
          <a:xfrm>
            <a:off x="387132" y="260262"/>
            <a:ext cx="8353425" cy="207225"/>
          </a:xfrm>
        </p:spPr>
        <p:txBody>
          <a:bodyPr/>
          <a:lstStyle/>
          <a:p>
            <a:r>
              <a:rPr lang="de-DE" u="sng" dirty="0">
                <a:latin typeface="Times New Roman" panose="02020603050405020304" pitchFamily="18" charset="0"/>
                <a:cs typeface="Times New Roman" panose="02020603050405020304" pitchFamily="18" charset="0"/>
              </a:rPr>
              <a:t>Signal Acquisition and Spectral Analysis</a:t>
            </a:r>
          </a:p>
        </p:txBody>
      </p:sp>
      <p:sp>
        <p:nvSpPr>
          <p:cNvPr id="4" name="Content Placeholder 3">
            <a:extLst>
              <a:ext uri="{FF2B5EF4-FFF2-40B4-BE49-F238E27FC236}">
                <a16:creationId xmlns:a16="http://schemas.microsoft.com/office/drawing/2014/main" id="{821592B2-1AB3-C290-295B-8756560B41C1}"/>
              </a:ext>
            </a:extLst>
          </p:cNvPr>
          <p:cNvSpPr>
            <a:spLocks noGrp="1"/>
          </p:cNvSpPr>
          <p:nvPr>
            <p:ph idx="1"/>
          </p:nvPr>
        </p:nvSpPr>
        <p:spPr>
          <a:xfrm>
            <a:off x="395287" y="890016"/>
            <a:ext cx="4013901" cy="3266060"/>
          </a:xfrm>
        </p:spPr>
        <p:txBody>
          <a:bodyPr/>
          <a:lstStyle/>
          <a:p>
            <a:pPr algn="ctr"/>
            <a:r>
              <a:rPr lang="sv-SE" sz="1400" b="1" dirty="0">
                <a:latin typeface="Times New Roman" panose="02020603050405020304" pitchFamily="18" charset="0"/>
                <a:cs typeface="Times New Roman" panose="02020603050405020304" pitchFamily="18" charset="0"/>
              </a:rPr>
              <a:t>FFT Computation</a:t>
            </a:r>
          </a:p>
          <a:p>
            <a:pPr marL="285750" indent="-285750">
              <a:buFont typeface="Arial" panose="020B0604020202020204" pitchFamily="34" charset="0"/>
              <a:buChar char="•"/>
            </a:pPr>
            <a:endParaRPr lang="sv-SE"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sv-SE" sz="1400" dirty="0">
                <a:latin typeface="Times New Roman" panose="02020603050405020304" pitchFamily="18" charset="0"/>
                <a:cs typeface="Times New Roman" panose="02020603050405020304" pitchFamily="18" charset="0"/>
              </a:rPr>
              <a:t>decData = (12 bit raw Data / pow(2, 12)) * 3.3.</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arm_mean_f32(</a:t>
            </a:r>
            <a:r>
              <a:rPr lang="en-US" sz="1600" dirty="0" err="1">
                <a:latin typeface="Times New Roman" panose="02020603050405020304" pitchFamily="18" charset="0"/>
                <a:cs typeface="Times New Roman" panose="02020603050405020304" pitchFamily="18" charset="0"/>
              </a:rPr>
              <a:t>decData</a:t>
            </a:r>
            <a:r>
              <a:rPr lang="en-US" sz="1600" dirty="0">
                <a:latin typeface="Times New Roman" panose="02020603050405020304" pitchFamily="18" charset="0"/>
                <a:cs typeface="Times New Roman" panose="02020603050405020304" pitchFamily="18" charset="0"/>
              </a:rPr>
              <a:t>, FFT_SIZE , &amp;mean)</a:t>
            </a:r>
            <a:endParaRPr lang="sv-SE"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sv-SE" sz="1400" dirty="0">
                <a:latin typeface="Times New Roman" panose="02020603050405020304" pitchFamily="18" charset="0"/>
                <a:cs typeface="Times New Roman" panose="02020603050405020304" pitchFamily="18" charset="0"/>
              </a:rPr>
              <a:t> </a:t>
            </a:r>
            <a:r>
              <a:rPr lang="de-DE" sz="1400" dirty="0">
                <a:latin typeface="Times New Roman" panose="02020603050405020304" pitchFamily="18" charset="0"/>
                <a:cs typeface="Times New Roman" panose="02020603050405020304" pitchFamily="18" charset="0"/>
              </a:rPr>
              <a:t>arm_rfft_fast_f32 (&amp;S, data_input_buffer , fft_output_buffer , 0)</a:t>
            </a:r>
          </a:p>
          <a:p>
            <a:pPr marL="285750" indent="-285750">
              <a:buFont typeface="Arial" panose="020B0604020202020204" pitchFamily="34" charset="0"/>
              <a:buChar char="•"/>
            </a:pPr>
            <a:r>
              <a:rPr lang="de-DE" sz="1400" dirty="0">
                <a:latin typeface="Times New Roman" panose="02020603050405020304" pitchFamily="18" charset="0"/>
                <a:cs typeface="Times New Roman" panose="02020603050405020304" pitchFamily="18" charset="0"/>
              </a:rPr>
              <a:t>arm_max_f32 (magnitude_buffer , (FFT_SIZE /2) + 1, &amp;max_val , &amp; max_index )</a:t>
            </a:r>
          </a:p>
          <a:p>
            <a:pPr marL="285750" indent="-285750">
              <a:buFont typeface="Arial" panose="020B0604020202020204" pitchFamily="34" charset="0"/>
              <a:buChar char="•"/>
            </a:pPr>
            <a:r>
              <a:rPr lang="de-DE" sz="1400" dirty="0">
                <a:latin typeface="Times New Roman" panose="02020603050405020304" pitchFamily="18" charset="0"/>
                <a:cs typeface="Times New Roman" panose="02020603050405020304" pitchFamily="18" charset="0"/>
              </a:rPr>
              <a:t>freq = max_index * bin_width </a:t>
            </a:r>
          </a:p>
        </p:txBody>
      </p:sp>
      <p:sp>
        <p:nvSpPr>
          <p:cNvPr id="6" name="Content Placeholder 5">
            <a:extLst>
              <a:ext uri="{FF2B5EF4-FFF2-40B4-BE49-F238E27FC236}">
                <a16:creationId xmlns:a16="http://schemas.microsoft.com/office/drawing/2014/main" id="{3ABFC74A-DF9F-D2E3-2784-62006E69758A}"/>
              </a:ext>
            </a:extLst>
          </p:cNvPr>
          <p:cNvSpPr>
            <a:spLocks noGrp="1"/>
          </p:cNvSpPr>
          <p:nvPr>
            <p:ph idx="14"/>
          </p:nvPr>
        </p:nvSpPr>
        <p:spPr>
          <a:xfrm>
            <a:off x="4731709" y="890016"/>
            <a:ext cx="4017003" cy="3266060"/>
          </a:xfrm>
        </p:spPr>
        <p:txBody>
          <a:bodyPr/>
          <a:lstStyle/>
          <a:p>
            <a:pPr algn="ctr"/>
            <a:r>
              <a:rPr lang="de-DE" b="1" dirty="0">
                <a:latin typeface="Times New Roman" panose="02020603050405020304" pitchFamily="18" charset="0"/>
                <a:cs typeface="Times New Roman" panose="02020603050405020304" pitchFamily="18" charset="0"/>
              </a:rPr>
              <a:t>Error Calculations</a:t>
            </a:r>
          </a:p>
          <a:p>
            <a:pPr marL="285750" indent="-285750">
              <a:buFont typeface="Arial" panose="020B0604020202020204" pitchFamily="34" charset="0"/>
              <a:buChar char="•"/>
            </a:pPr>
            <a:endParaRPr lang="de-DE"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dirty="0" err="1">
                <a:latin typeface="Times New Roman" panose="02020603050405020304" pitchFamily="18" charset="0"/>
                <a:cs typeface="Times New Roman" panose="02020603050405020304" pitchFamily="18" charset="0"/>
              </a:rPr>
              <a:t>error_f</a:t>
            </a:r>
            <a:r>
              <a:rPr lang="en-US" sz="1200" dirty="0">
                <a:latin typeface="Times New Roman" panose="02020603050405020304" pitchFamily="18" charset="0"/>
                <a:cs typeface="Times New Roman" panose="02020603050405020304" pitchFamily="18" charset="0"/>
              </a:rPr>
              <a:t> = 100/ REF_MAX_FREQUENCY * </a:t>
            </a:r>
            <a:r>
              <a:rPr lang="en-US" sz="1200" dirty="0" err="1">
                <a:latin typeface="Times New Roman" panose="02020603050405020304" pitchFamily="18" charset="0"/>
                <a:cs typeface="Times New Roman" panose="02020603050405020304" pitchFamily="18" charset="0"/>
              </a:rPr>
              <a:t>fabsf</a:t>
            </a:r>
            <a:r>
              <a:rPr lang="en-US" sz="1200" dirty="0">
                <a:latin typeface="Times New Roman" panose="02020603050405020304" pitchFamily="18" charset="0"/>
                <a:cs typeface="Times New Roman" panose="02020603050405020304" pitchFamily="18" charset="0"/>
              </a:rPr>
              <a:t>( REF_MAX_FREQUENCY - </a:t>
            </a:r>
            <a:r>
              <a:rPr lang="en-US" sz="1200" dirty="0" err="1">
                <a:latin typeface="Times New Roman" panose="02020603050405020304" pitchFamily="18" charset="0"/>
                <a:cs typeface="Times New Roman" panose="02020603050405020304" pitchFamily="18" charset="0"/>
              </a:rPr>
              <a:t>freq</a:t>
            </a:r>
            <a:r>
              <a:rPr lang="en-US" sz="12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400" dirty="0" err="1">
                <a:latin typeface="Times New Roman" panose="02020603050405020304" pitchFamily="18" charset="0"/>
                <a:cs typeface="Times New Roman" panose="02020603050405020304" pitchFamily="18" charset="0"/>
              </a:rPr>
              <a:t>error_amp</a:t>
            </a:r>
            <a:r>
              <a:rPr lang="en-US" sz="1400" dirty="0">
                <a:latin typeface="Times New Roman" panose="02020603050405020304" pitchFamily="18" charset="0"/>
                <a:cs typeface="Times New Roman" panose="02020603050405020304" pitchFamily="18" charset="0"/>
              </a:rPr>
              <a:t> = 100/ REF_PEAK2PEAK_VALUE * ( REF_PEAK2PEAK_VALUE - peak2peak_f32 ( </a:t>
            </a:r>
            <a:r>
              <a:rPr lang="en-US" sz="1400" dirty="0" err="1">
                <a:latin typeface="Times New Roman" panose="02020603050405020304" pitchFamily="18" charset="0"/>
                <a:cs typeface="Times New Roman" panose="02020603050405020304" pitchFamily="18" charset="0"/>
              </a:rPr>
              <a:t>dynamic_data</a:t>
            </a:r>
            <a:r>
              <a:rPr lang="en-US" sz="1400" dirty="0">
                <a:latin typeface="Times New Roman" panose="02020603050405020304" pitchFamily="18" charset="0"/>
                <a:cs typeface="Times New Roman" panose="02020603050405020304" pitchFamily="18" charset="0"/>
              </a:rPr>
              <a:t> , FFT_SIZE))</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arm_rms_f32 ( </a:t>
            </a:r>
            <a:r>
              <a:rPr lang="en-US" sz="1400" dirty="0" err="1">
                <a:latin typeface="Times New Roman" panose="02020603050405020304" pitchFamily="18" charset="0"/>
                <a:cs typeface="Times New Roman" panose="02020603050405020304" pitchFamily="18" charset="0"/>
              </a:rPr>
              <a:t>dynamic_data</a:t>
            </a:r>
            <a:r>
              <a:rPr lang="en-US" sz="1400" dirty="0">
                <a:latin typeface="Times New Roman" panose="02020603050405020304" pitchFamily="18" charset="0"/>
                <a:cs typeface="Times New Roman" panose="02020603050405020304" pitchFamily="18" charset="0"/>
              </a:rPr>
              <a:t>, FFT_SIZE , &amp; </a:t>
            </a:r>
            <a:r>
              <a:rPr lang="en-US" sz="1400" dirty="0" err="1">
                <a:latin typeface="Times New Roman" panose="02020603050405020304" pitchFamily="18" charset="0"/>
                <a:cs typeface="Times New Roman" panose="02020603050405020304" pitchFamily="18" charset="0"/>
              </a:rPr>
              <a:t>rms_result</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error_rms</a:t>
            </a:r>
            <a:r>
              <a:rPr lang="en-US" sz="1400" dirty="0">
                <a:latin typeface="Times New Roman" panose="02020603050405020304" pitchFamily="18" charset="0"/>
                <a:cs typeface="Times New Roman" panose="02020603050405020304" pitchFamily="18" charset="0"/>
              </a:rPr>
              <a:t> = 100/ REF_RMS_VALUE * ( 	REF_RMS_VALUE - </a:t>
            </a:r>
            <a:r>
              <a:rPr lang="en-US" sz="1400" dirty="0" err="1">
                <a:latin typeface="Times New Roman" panose="02020603050405020304" pitchFamily="18" charset="0"/>
                <a:cs typeface="Times New Roman" panose="02020603050405020304" pitchFamily="18" charset="0"/>
              </a:rPr>
              <a:t>rms_result</a:t>
            </a:r>
            <a:r>
              <a:rPr lang="en-US" sz="1400" dirty="0">
                <a:latin typeface="Times New Roman" panose="02020603050405020304" pitchFamily="18" charset="0"/>
                <a:cs typeface="Times New Roman" panose="02020603050405020304" pitchFamily="18" charset="0"/>
              </a:rPr>
              <a:t> ); </a:t>
            </a:r>
            <a:endParaRPr lang="en-US" sz="1400" b="1"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F4800AB5-E0C1-DC7A-19B7-DDBB9E2FF142}"/>
              </a:ext>
            </a:extLst>
          </p:cNvPr>
          <p:cNvSpPr>
            <a:spLocks noGrp="1"/>
          </p:cNvSpPr>
          <p:nvPr>
            <p:ph type="ftr" sz="quarter" idx="10"/>
          </p:nvPr>
        </p:nvSpPr>
        <p:spPr/>
        <p:txBody>
          <a:bodyPr/>
          <a:lstStyle/>
          <a:p>
            <a:r>
              <a:rPr lang="en-US"/>
              <a:t>Property of Schneider Electric |</a:t>
            </a:r>
          </a:p>
        </p:txBody>
      </p:sp>
      <p:sp>
        <p:nvSpPr>
          <p:cNvPr id="9" name="Slide Number Placeholder 8">
            <a:extLst>
              <a:ext uri="{FF2B5EF4-FFF2-40B4-BE49-F238E27FC236}">
                <a16:creationId xmlns:a16="http://schemas.microsoft.com/office/drawing/2014/main" id="{CC1C3F4D-63F7-5AA0-F49A-6F85E71DCEAF}"/>
              </a:ext>
            </a:extLst>
          </p:cNvPr>
          <p:cNvSpPr>
            <a:spLocks noGrp="1"/>
          </p:cNvSpPr>
          <p:nvPr>
            <p:ph type="sldNum" sz="quarter" idx="11"/>
          </p:nvPr>
        </p:nvSpPr>
        <p:spPr/>
        <p:txBody>
          <a:bodyPr/>
          <a:lstStyle/>
          <a:p>
            <a:r>
              <a:rPr lang="en-US"/>
              <a:t>Page </a:t>
            </a:r>
            <a:fld id="{5A9C12DC-491F-9444-86A2-13AC5C62A2FC}" type="slidenum">
              <a:rPr lang="en-US" smtClean="0"/>
              <a:pPr/>
              <a:t>15</a:t>
            </a:fld>
            <a:endParaRPr lang="en-US"/>
          </a:p>
        </p:txBody>
      </p:sp>
    </p:spTree>
    <p:extLst>
      <p:ext uri="{BB962C8B-B14F-4D97-AF65-F5344CB8AC3E}">
        <p14:creationId xmlns:p14="http://schemas.microsoft.com/office/powerpoint/2010/main" val="3009745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E49A328-B437-4D9A-6AEA-DD872C116383}"/>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F1BD69DB-9ADB-74A6-53C8-43618306E36F}"/>
              </a:ext>
            </a:extLst>
          </p:cNvPr>
          <p:cNvSpPr>
            <a:spLocks noGrp="1"/>
          </p:cNvSpPr>
          <p:nvPr>
            <p:ph type="sldNum" sz="quarter" idx="11"/>
          </p:nvPr>
        </p:nvSpPr>
        <p:spPr/>
        <p:txBody>
          <a:bodyPr/>
          <a:lstStyle/>
          <a:p>
            <a:r>
              <a:rPr lang="en-US"/>
              <a:t>Page </a:t>
            </a:r>
            <a:fld id="{5A9C12DC-491F-9444-86A2-13AC5C62A2FC}" type="slidenum">
              <a:rPr lang="en-US" smtClean="0"/>
              <a:pPr/>
              <a:t>16</a:t>
            </a:fld>
            <a:endParaRPr lang="en-US"/>
          </a:p>
        </p:txBody>
      </p:sp>
      <p:pic>
        <p:nvPicPr>
          <p:cNvPr id="5" name="Picture 4">
            <a:extLst>
              <a:ext uri="{FF2B5EF4-FFF2-40B4-BE49-F238E27FC236}">
                <a16:creationId xmlns:a16="http://schemas.microsoft.com/office/drawing/2014/main" id="{846C27CB-3FAA-3354-E122-67908FE23A50}"/>
              </a:ext>
            </a:extLst>
          </p:cNvPr>
          <p:cNvPicPr>
            <a:picLocks noChangeAspect="1"/>
          </p:cNvPicPr>
          <p:nvPr/>
        </p:nvPicPr>
        <p:blipFill>
          <a:blip r:embed="rId2"/>
          <a:stretch>
            <a:fillRect/>
          </a:stretch>
        </p:blipFill>
        <p:spPr>
          <a:xfrm>
            <a:off x="205361" y="451940"/>
            <a:ext cx="8733277" cy="4138019"/>
          </a:xfrm>
          <a:prstGeom prst="rect">
            <a:avLst/>
          </a:prstGeom>
        </p:spPr>
      </p:pic>
    </p:spTree>
    <p:extLst>
      <p:ext uri="{BB962C8B-B14F-4D97-AF65-F5344CB8AC3E}">
        <p14:creationId xmlns:p14="http://schemas.microsoft.com/office/powerpoint/2010/main" val="2176827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01F962-9778-3398-FD97-4958BA2DDD47}"/>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E4F9331E-D7F2-9BC4-A19A-877D4AC8F24A}"/>
              </a:ext>
            </a:extLst>
          </p:cNvPr>
          <p:cNvSpPr>
            <a:spLocks noGrp="1"/>
          </p:cNvSpPr>
          <p:nvPr>
            <p:ph type="sldNum" sz="quarter" idx="11"/>
          </p:nvPr>
        </p:nvSpPr>
        <p:spPr/>
        <p:txBody>
          <a:bodyPr/>
          <a:lstStyle/>
          <a:p>
            <a:r>
              <a:rPr lang="en-US"/>
              <a:t>Page </a:t>
            </a:r>
            <a:fld id="{5A9C12DC-491F-9444-86A2-13AC5C62A2FC}" type="slidenum">
              <a:rPr lang="en-US" smtClean="0"/>
              <a:pPr/>
              <a:t>17</a:t>
            </a:fld>
            <a:endParaRPr lang="en-US"/>
          </a:p>
        </p:txBody>
      </p:sp>
      <p:sp>
        <p:nvSpPr>
          <p:cNvPr id="4" name="Title 3">
            <a:extLst>
              <a:ext uri="{FF2B5EF4-FFF2-40B4-BE49-F238E27FC236}">
                <a16:creationId xmlns:a16="http://schemas.microsoft.com/office/drawing/2014/main" id="{1579DB0B-3D55-DE05-91BE-9D251A62378E}"/>
              </a:ext>
            </a:extLst>
          </p:cNvPr>
          <p:cNvSpPr>
            <a:spLocks noGrp="1"/>
          </p:cNvSpPr>
          <p:nvPr>
            <p:ph type="title"/>
          </p:nvPr>
        </p:nvSpPr>
        <p:spPr>
          <a:xfrm>
            <a:off x="395287" y="153727"/>
            <a:ext cx="8353425" cy="280164"/>
          </a:xfrm>
        </p:spPr>
        <p:txBody>
          <a:bodyPr/>
          <a:lstStyle/>
          <a:p>
            <a:r>
              <a:rPr lang="de-DE" sz="1600" b="0" u="sng" dirty="0"/>
              <a:t>PWM Verification Results</a:t>
            </a:r>
          </a:p>
        </p:txBody>
      </p:sp>
      <p:pic>
        <p:nvPicPr>
          <p:cNvPr id="6" name="Picture 5" descr="A screenshot of a computer code">
            <a:extLst>
              <a:ext uri="{FF2B5EF4-FFF2-40B4-BE49-F238E27FC236}">
                <a16:creationId xmlns:a16="http://schemas.microsoft.com/office/drawing/2014/main" id="{4E63EE93-A804-4C25-3DB4-1FBD22E13D91}"/>
              </a:ext>
            </a:extLst>
          </p:cNvPr>
          <p:cNvPicPr>
            <a:picLocks noChangeAspect="1"/>
          </p:cNvPicPr>
          <p:nvPr/>
        </p:nvPicPr>
        <p:blipFill>
          <a:blip r:embed="rId2"/>
          <a:stretch>
            <a:fillRect/>
          </a:stretch>
        </p:blipFill>
        <p:spPr>
          <a:xfrm>
            <a:off x="395287" y="611726"/>
            <a:ext cx="5652661" cy="3920047"/>
          </a:xfrm>
          <a:prstGeom prst="rect">
            <a:avLst/>
          </a:prstGeom>
        </p:spPr>
      </p:pic>
      <p:pic>
        <p:nvPicPr>
          <p:cNvPr id="7" name="Picture 6">
            <a:extLst>
              <a:ext uri="{FF2B5EF4-FFF2-40B4-BE49-F238E27FC236}">
                <a16:creationId xmlns:a16="http://schemas.microsoft.com/office/drawing/2014/main" id="{7B84D73A-75B6-B2BD-28EC-5E87FF6ED266}"/>
              </a:ext>
            </a:extLst>
          </p:cNvPr>
          <p:cNvPicPr>
            <a:picLocks noChangeAspect="1"/>
          </p:cNvPicPr>
          <p:nvPr/>
        </p:nvPicPr>
        <p:blipFill>
          <a:blip r:embed="rId3"/>
          <a:stretch>
            <a:fillRect/>
          </a:stretch>
        </p:blipFill>
        <p:spPr>
          <a:xfrm>
            <a:off x="6140896" y="1557501"/>
            <a:ext cx="2859315" cy="947956"/>
          </a:xfrm>
          <a:prstGeom prst="rect">
            <a:avLst/>
          </a:prstGeom>
        </p:spPr>
      </p:pic>
      <p:pic>
        <p:nvPicPr>
          <p:cNvPr id="9" name="Picture 8">
            <a:extLst>
              <a:ext uri="{FF2B5EF4-FFF2-40B4-BE49-F238E27FC236}">
                <a16:creationId xmlns:a16="http://schemas.microsoft.com/office/drawing/2014/main" id="{78E5E931-CBD4-5E51-5FA0-8696E23FB681}"/>
              </a:ext>
            </a:extLst>
          </p:cNvPr>
          <p:cNvPicPr>
            <a:picLocks noChangeAspect="1"/>
          </p:cNvPicPr>
          <p:nvPr/>
        </p:nvPicPr>
        <p:blipFill>
          <a:blip r:embed="rId4"/>
          <a:stretch>
            <a:fillRect/>
          </a:stretch>
        </p:blipFill>
        <p:spPr>
          <a:xfrm>
            <a:off x="6309256" y="3005226"/>
            <a:ext cx="2690955" cy="676758"/>
          </a:xfrm>
          <a:prstGeom prst="rect">
            <a:avLst/>
          </a:prstGeom>
        </p:spPr>
      </p:pic>
    </p:spTree>
    <p:extLst>
      <p:ext uri="{BB962C8B-B14F-4D97-AF65-F5344CB8AC3E}">
        <p14:creationId xmlns:p14="http://schemas.microsoft.com/office/powerpoint/2010/main" val="1758109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B83DD1A-D5D7-BCF4-566A-EEB08BF968F3}"/>
              </a:ext>
            </a:extLst>
          </p:cNvPr>
          <p:cNvSpPr>
            <a:spLocks noGrp="1"/>
          </p:cNvSpPr>
          <p:nvPr>
            <p:ph type="body" sz="quarter" idx="12"/>
          </p:nvPr>
        </p:nvSpPr>
        <p:spPr>
          <a:xfrm>
            <a:off x="395286" y="322176"/>
            <a:ext cx="8353425" cy="255894"/>
          </a:xfrm>
        </p:spPr>
        <p:txBody>
          <a:bodyPr/>
          <a:lstStyle/>
          <a:p>
            <a:r>
              <a:rPr lang="de-DE" dirty="0"/>
              <a:t>OVC Results</a:t>
            </a:r>
          </a:p>
        </p:txBody>
      </p:sp>
      <p:pic>
        <p:nvPicPr>
          <p:cNvPr id="8" name="Content Placeholder 7" descr="A white background with many lines">
            <a:extLst>
              <a:ext uri="{FF2B5EF4-FFF2-40B4-BE49-F238E27FC236}">
                <a16:creationId xmlns:a16="http://schemas.microsoft.com/office/drawing/2014/main" id="{8A8E6127-999C-A945-FD32-83518D92B07E}"/>
              </a:ext>
            </a:extLst>
          </p:cNvPr>
          <p:cNvPicPr>
            <a:picLocks noGrp="1" noChangeAspect="1"/>
          </p:cNvPicPr>
          <p:nvPr>
            <p:ph idx="1"/>
          </p:nvPr>
        </p:nvPicPr>
        <p:blipFill>
          <a:blip r:embed="rId2"/>
          <a:stretch>
            <a:fillRect/>
          </a:stretch>
        </p:blipFill>
        <p:spPr>
          <a:xfrm>
            <a:off x="395286" y="1021926"/>
            <a:ext cx="8353425" cy="2962141"/>
          </a:xfrm>
        </p:spPr>
      </p:pic>
      <p:sp>
        <p:nvSpPr>
          <p:cNvPr id="5" name="Footer Placeholder 4">
            <a:extLst>
              <a:ext uri="{FF2B5EF4-FFF2-40B4-BE49-F238E27FC236}">
                <a16:creationId xmlns:a16="http://schemas.microsoft.com/office/drawing/2014/main" id="{0A84E14F-A12D-17FE-CFA6-D0CCB2AE9EED}"/>
              </a:ext>
            </a:extLst>
          </p:cNvPr>
          <p:cNvSpPr>
            <a:spLocks noGrp="1"/>
          </p:cNvSpPr>
          <p:nvPr>
            <p:ph type="ftr" sz="quarter" idx="10"/>
          </p:nvPr>
        </p:nvSpPr>
        <p:spPr/>
        <p:txBody>
          <a:bodyPr/>
          <a:lstStyle/>
          <a:p>
            <a:r>
              <a:rPr lang="en-US"/>
              <a:t>Property of Schneider Electric |</a:t>
            </a:r>
          </a:p>
        </p:txBody>
      </p:sp>
      <p:sp>
        <p:nvSpPr>
          <p:cNvPr id="6" name="Slide Number Placeholder 5">
            <a:extLst>
              <a:ext uri="{FF2B5EF4-FFF2-40B4-BE49-F238E27FC236}">
                <a16:creationId xmlns:a16="http://schemas.microsoft.com/office/drawing/2014/main" id="{D3ACFF9A-F621-55F6-7B67-6A9B95564DE3}"/>
              </a:ext>
            </a:extLst>
          </p:cNvPr>
          <p:cNvSpPr>
            <a:spLocks noGrp="1"/>
          </p:cNvSpPr>
          <p:nvPr>
            <p:ph type="sldNum" sz="quarter" idx="11"/>
          </p:nvPr>
        </p:nvSpPr>
        <p:spPr/>
        <p:txBody>
          <a:bodyPr/>
          <a:lstStyle/>
          <a:p>
            <a:r>
              <a:rPr lang="en-US"/>
              <a:t>Page </a:t>
            </a:r>
            <a:fld id="{5A9C12DC-491F-9444-86A2-13AC5C62A2FC}" type="slidenum">
              <a:rPr lang="en-US" smtClean="0"/>
              <a:pPr/>
              <a:t>18</a:t>
            </a:fld>
            <a:endParaRPr lang="en-US"/>
          </a:p>
        </p:txBody>
      </p:sp>
    </p:spTree>
    <p:extLst>
      <p:ext uri="{BB962C8B-B14F-4D97-AF65-F5344CB8AC3E}">
        <p14:creationId xmlns:p14="http://schemas.microsoft.com/office/powerpoint/2010/main" val="1592748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7DE145-8824-4CA5-CB2E-A8FAE35029A0}"/>
              </a:ext>
            </a:extLst>
          </p:cNvPr>
          <p:cNvPicPr>
            <a:picLocks noChangeAspect="1"/>
          </p:cNvPicPr>
          <p:nvPr/>
        </p:nvPicPr>
        <p:blipFill>
          <a:blip r:embed="rId2"/>
          <a:stretch>
            <a:fillRect/>
          </a:stretch>
        </p:blipFill>
        <p:spPr>
          <a:xfrm>
            <a:off x="0" y="0"/>
            <a:ext cx="9144000" cy="5143500"/>
          </a:xfrm>
          <a:prstGeom prst="rect">
            <a:avLst/>
          </a:prstGeom>
        </p:spPr>
      </p:pic>
      <p:pic>
        <p:nvPicPr>
          <p:cNvPr id="7" name="Picture 6" descr="A computer screen shot of a diagram&#10;&#10;AI-generated content may be incorrect.">
            <a:extLst>
              <a:ext uri="{FF2B5EF4-FFF2-40B4-BE49-F238E27FC236}">
                <a16:creationId xmlns:a16="http://schemas.microsoft.com/office/drawing/2014/main" id="{891E6F06-88F4-1844-2F9C-C04EA99E00D0}"/>
              </a:ext>
            </a:extLst>
          </p:cNvPr>
          <p:cNvPicPr>
            <a:picLocks noChangeAspect="1"/>
          </p:cNvPicPr>
          <p:nvPr/>
        </p:nvPicPr>
        <p:blipFill>
          <a:blip r:embed="rId3"/>
          <a:stretch>
            <a:fillRect/>
          </a:stretch>
        </p:blipFill>
        <p:spPr>
          <a:xfrm>
            <a:off x="-1" y="0"/>
            <a:ext cx="9143999" cy="5143500"/>
          </a:xfrm>
          <a:prstGeom prst="rect">
            <a:avLst/>
          </a:prstGeom>
        </p:spPr>
      </p:pic>
      <p:pic>
        <p:nvPicPr>
          <p:cNvPr id="9" name="Picture 8" descr="A computer screen shot of a diagram">
            <a:extLst>
              <a:ext uri="{FF2B5EF4-FFF2-40B4-BE49-F238E27FC236}">
                <a16:creationId xmlns:a16="http://schemas.microsoft.com/office/drawing/2014/main" id="{F20DD13F-C8CD-C922-54E9-F7396C1E0B20}"/>
              </a:ext>
            </a:extLst>
          </p:cNvPr>
          <p:cNvPicPr>
            <a:picLocks noChangeAspect="1"/>
          </p:cNvPicPr>
          <p:nvPr/>
        </p:nvPicPr>
        <p:blipFill>
          <a:blip r:embed="rId4"/>
          <a:stretch>
            <a:fillRect/>
          </a:stretch>
        </p:blipFill>
        <p:spPr>
          <a:xfrm>
            <a:off x="0" y="0"/>
            <a:ext cx="9143998" cy="5143500"/>
          </a:xfrm>
          <a:prstGeom prst="rect">
            <a:avLst/>
          </a:prstGeom>
        </p:spPr>
      </p:pic>
      <p:sp>
        <p:nvSpPr>
          <p:cNvPr id="2" name="Footer Placeholder 1">
            <a:extLst>
              <a:ext uri="{FF2B5EF4-FFF2-40B4-BE49-F238E27FC236}">
                <a16:creationId xmlns:a16="http://schemas.microsoft.com/office/drawing/2014/main" id="{1FAA1E66-F17E-4288-FC16-AC2A0BFF6FA5}"/>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6870E7C8-3F0C-75C1-30F7-26DBF7CBF32A}"/>
              </a:ext>
            </a:extLst>
          </p:cNvPr>
          <p:cNvSpPr>
            <a:spLocks noGrp="1"/>
          </p:cNvSpPr>
          <p:nvPr>
            <p:ph type="sldNum" sz="quarter" idx="11"/>
          </p:nvPr>
        </p:nvSpPr>
        <p:spPr/>
        <p:txBody>
          <a:bodyPr/>
          <a:lstStyle/>
          <a:p>
            <a:r>
              <a:rPr lang="en-US"/>
              <a:t>Page </a:t>
            </a:r>
            <a:fld id="{5A9C12DC-491F-9444-86A2-13AC5C62A2FC}" type="slidenum">
              <a:rPr lang="en-US" smtClean="0"/>
              <a:pPr/>
              <a:t>19</a:t>
            </a:fld>
            <a:endParaRPr lang="en-US"/>
          </a:p>
        </p:txBody>
      </p:sp>
    </p:spTree>
    <p:extLst>
      <p:ext uri="{BB962C8B-B14F-4D97-AF65-F5344CB8AC3E}">
        <p14:creationId xmlns:p14="http://schemas.microsoft.com/office/powerpoint/2010/main" val="3960018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27D138C-487E-724E-1978-835E422AC424}"/>
              </a:ext>
            </a:extLst>
          </p:cNvPr>
          <p:cNvSpPr>
            <a:spLocks noGrp="1"/>
          </p:cNvSpPr>
          <p:nvPr>
            <p:ph type="ftr" sz="quarter" idx="10"/>
          </p:nvPr>
        </p:nvSpPr>
        <p:spPr/>
        <p:txBody>
          <a:bodyPr/>
          <a:lstStyle/>
          <a:p>
            <a:r>
              <a:rPr lang="en-US"/>
              <a:t>Property of Schneider Electric |</a:t>
            </a:r>
          </a:p>
        </p:txBody>
      </p:sp>
      <p:sp>
        <p:nvSpPr>
          <p:cNvPr id="3" name="Slide Number Placeholder 2">
            <a:extLst>
              <a:ext uri="{FF2B5EF4-FFF2-40B4-BE49-F238E27FC236}">
                <a16:creationId xmlns:a16="http://schemas.microsoft.com/office/drawing/2014/main" id="{DECCE134-A751-4ED9-6958-49953F97092C}"/>
              </a:ext>
            </a:extLst>
          </p:cNvPr>
          <p:cNvSpPr>
            <a:spLocks noGrp="1"/>
          </p:cNvSpPr>
          <p:nvPr>
            <p:ph type="sldNum" sz="quarter" idx="11"/>
          </p:nvPr>
        </p:nvSpPr>
        <p:spPr/>
        <p:txBody>
          <a:bodyPr/>
          <a:lstStyle/>
          <a:p>
            <a:r>
              <a:rPr lang="en-US"/>
              <a:t>Page </a:t>
            </a:r>
            <a:fld id="{5A9C12DC-491F-9444-86A2-13AC5C62A2FC}" type="slidenum">
              <a:rPr lang="en-US" smtClean="0"/>
              <a:pPr/>
              <a:t>20</a:t>
            </a:fld>
            <a:endParaRPr lang="en-US"/>
          </a:p>
        </p:txBody>
      </p:sp>
      <p:sp>
        <p:nvSpPr>
          <p:cNvPr id="7" name="Title 3">
            <a:extLst>
              <a:ext uri="{FF2B5EF4-FFF2-40B4-BE49-F238E27FC236}">
                <a16:creationId xmlns:a16="http://schemas.microsoft.com/office/drawing/2014/main" id="{6CECD341-5293-F104-F4BF-FC475358D98E}"/>
              </a:ext>
            </a:extLst>
          </p:cNvPr>
          <p:cNvSpPr txBox="1">
            <a:spLocks/>
          </p:cNvSpPr>
          <p:nvPr/>
        </p:nvSpPr>
        <p:spPr>
          <a:xfrm>
            <a:off x="395286" y="234251"/>
            <a:ext cx="8353425" cy="280164"/>
          </a:xfrm>
          <a:prstGeom prst="rect">
            <a:avLst/>
          </a:prstGeom>
        </p:spPr>
        <p:txBody>
          <a:bodyPr lIns="0" tIns="0" rIns="0" bIns="0"/>
          <a:lstStyle>
            <a:lvl1pPr algn="l" defTabSz="457184" rtl="0" eaLnBrk="1" latinLnBrk="0" hangingPunct="1">
              <a:lnSpc>
                <a:spcPts val="2580"/>
              </a:lnSpc>
              <a:spcBef>
                <a:spcPct val="0"/>
              </a:spcBef>
              <a:buNone/>
              <a:defRPr sz="2400" b="1" kern="1200">
                <a:solidFill>
                  <a:schemeClr val="tx2"/>
                </a:solidFill>
                <a:latin typeface="Arial"/>
                <a:ea typeface="+mj-ea"/>
                <a:cs typeface="Arial"/>
              </a:defRPr>
            </a:lvl1pPr>
          </a:lstStyle>
          <a:p>
            <a:pPr algn="ctr"/>
            <a:r>
              <a:rPr lang="de-DE" sz="2000" dirty="0">
                <a:latin typeface="Times New Roman" panose="02020603050405020304" pitchFamily="18" charset="0"/>
                <a:cs typeface="Times New Roman" panose="02020603050405020304" pitchFamily="18" charset="0"/>
              </a:rPr>
              <a:t>Future Work</a:t>
            </a:r>
            <a:br>
              <a:rPr lang="de-DE" sz="2000" dirty="0">
                <a:latin typeface="Times New Roman" panose="02020603050405020304" pitchFamily="18" charset="0"/>
                <a:cs typeface="Times New Roman" panose="02020603050405020304" pitchFamily="18" charset="0"/>
              </a:rPr>
            </a:br>
            <a:endParaRPr lang="de-DE" sz="2000" dirty="0"/>
          </a:p>
        </p:txBody>
      </p:sp>
      <p:sp>
        <p:nvSpPr>
          <p:cNvPr id="8" name="Content Placeholder 5">
            <a:extLst>
              <a:ext uri="{FF2B5EF4-FFF2-40B4-BE49-F238E27FC236}">
                <a16:creationId xmlns:a16="http://schemas.microsoft.com/office/drawing/2014/main" id="{194AF414-B67F-D975-3135-FED31B680083}"/>
              </a:ext>
            </a:extLst>
          </p:cNvPr>
          <p:cNvSpPr txBox="1">
            <a:spLocks/>
          </p:cNvSpPr>
          <p:nvPr/>
        </p:nvSpPr>
        <p:spPr>
          <a:xfrm>
            <a:off x="395286" y="787639"/>
            <a:ext cx="8353424" cy="3662441"/>
          </a:xfrm>
          <a:prstGeom prst="rect">
            <a:avLst/>
          </a:prstGeom>
        </p:spPr>
        <p:txBody>
          <a:bodyPr vert="horz" lIns="0" tIns="0" rIns="0" bIns="0" rtlCol="0">
            <a:noAutofit/>
          </a:bodyPr>
          <a:lstStyle>
            <a:lvl1pPr marL="0" indent="0" algn="l" defTabSz="457184" rtl="0" eaLnBrk="1" latinLnBrk="0" hangingPunct="1">
              <a:spcBef>
                <a:spcPts val="500"/>
              </a:spcBef>
              <a:spcAft>
                <a:spcPts val="500"/>
              </a:spcAft>
              <a:buClr>
                <a:schemeClr val="bg2"/>
              </a:buClr>
              <a:buFont typeface="Arial" panose="020B0604020202020204" pitchFamily="34" charset="0"/>
              <a:buNone/>
              <a:defRPr sz="1600" kern="1200">
                <a:solidFill>
                  <a:schemeClr val="accent1">
                    <a:lumMod val="75000"/>
                  </a:schemeClr>
                </a:solidFill>
                <a:latin typeface="Arial"/>
                <a:ea typeface="+mn-ea"/>
                <a:cs typeface="Arial"/>
              </a:defRPr>
            </a:lvl1pPr>
            <a:lvl2pPr marL="361938" indent="-182557" algn="l" defTabSz="447659" rtl="0" eaLnBrk="1" latinLnBrk="0" hangingPunct="1">
              <a:spcBef>
                <a:spcPts val="500"/>
              </a:spcBef>
              <a:spcAft>
                <a:spcPts val="500"/>
              </a:spcAft>
              <a:buClr>
                <a:schemeClr val="tx2"/>
              </a:buClr>
              <a:buFont typeface="Arial" pitchFamily="34" charset="0"/>
              <a:buChar char="•"/>
              <a:defRPr sz="1600" kern="1200">
                <a:solidFill>
                  <a:schemeClr val="accent1">
                    <a:lumMod val="75000"/>
                  </a:schemeClr>
                </a:solidFill>
                <a:latin typeface="Arial"/>
                <a:ea typeface="+mn-ea"/>
                <a:cs typeface="Arial"/>
              </a:defRPr>
            </a:lvl2pPr>
            <a:lvl3pPr marL="538144" indent="-179382" algn="l" defTabSz="457184" rtl="0" eaLnBrk="1" latinLnBrk="0" hangingPunct="1">
              <a:spcBef>
                <a:spcPts val="500"/>
              </a:spcBef>
              <a:spcAft>
                <a:spcPts val="500"/>
              </a:spcAft>
              <a:buClr>
                <a:schemeClr val="tx2"/>
              </a:buClr>
              <a:buFont typeface="Arial" pitchFamily="34" charset="0"/>
              <a:buChar char="‒"/>
              <a:defRPr sz="1600" kern="1200">
                <a:solidFill>
                  <a:schemeClr val="accent1">
                    <a:lumMod val="75000"/>
                  </a:schemeClr>
                </a:solidFill>
                <a:latin typeface="Arial"/>
                <a:ea typeface="+mn-ea"/>
                <a:cs typeface="Arial"/>
              </a:defRPr>
            </a:lvl3pPr>
            <a:lvl4pPr marL="719113" indent="-179382" algn="l" defTabSz="457184" rtl="0" eaLnBrk="1" latinLnBrk="0" hangingPunct="1">
              <a:spcBef>
                <a:spcPts val="500"/>
              </a:spcBef>
              <a:spcAft>
                <a:spcPts val="500"/>
              </a:spcAft>
              <a:buClr>
                <a:schemeClr val="tx2"/>
              </a:buClr>
              <a:buFont typeface="Arial" panose="020B0604020202020204" pitchFamily="34" charset="0"/>
              <a:buChar char="–"/>
              <a:defRPr sz="1600" kern="1200">
                <a:solidFill>
                  <a:schemeClr val="accent1">
                    <a:lumMod val="75000"/>
                  </a:schemeClr>
                </a:solidFill>
                <a:latin typeface="Arial"/>
                <a:ea typeface="+mn-ea"/>
                <a:cs typeface="Arial"/>
              </a:defRPr>
            </a:lvl4pPr>
            <a:lvl5pPr marL="896906" indent="-185731" algn="l" defTabSz="457184" rtl="0" eaLnBrk="1" latinLnBrk="0" hangingPunct="1">
              <a:spcBef>
                <a:spcPts val="500"/>
              </a:spcBef>
              <a:spcAft>
                <a:spcPts val="500"/>
              </a:spcAft>
              <a:buClr>
                <a:schemeClr val="tx2"/>
              </a:buClr>
              <a:buFont typeface="Arial" panose="020B0604020202020204" pitchFamily="34" charset="0"/>
              <a:buChar char="–"/>
              <a:defRPr sz="1600" kern="1200">
                <a:solidFill>
                  <a:schemeClr val="accent1">
                    <a:lumMod val="75000"/>
                  </a:schemeClr>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current UART-based communication </a:t>
            </a:r>
            <a:r>
              <a:rPr lang="en-US" b="1" dirty="0">
                <a:latin typeface="Times New Roman" panose="02020603050405020304" pitchFamily="18" charset="0"/>
                <a:cs typeface="Times New Roman" panose="02020603050405020304" pitchFamily="18" charset="0"/>
              </a:rPr>
              <a:t>can be replaced with an Ethernet-based interface</a:t>
            </a:r>
            <a:r>
              <a:rPr lang="en-US" dirty="0">
                <a:latin typeface="Times New Roman" panose="02020603050405020304" pitchFamily="18" charset="0"/>
                <a:cs typeface="Times New Roman" panose="02020603050405020304" pitchFamily="18" charset="0"/>
              </a:rPr>
              <a:t> to enable higher bandwidth, lower latency, and improved robustness for real-time verification data transfer.</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platform can be extended to support verification of additional </a:t>
            </a:r>
            <a:r>
              <a:rPr lang="en-US" b="1" dirty="0">
                <a:latin typeface="Times New Roman" panose="02020603050405020304" pitchFamily="18" charset="0"/>
                <a:cs typeface="Times New Roman" panose="02020603050405020304" pitchFamily="18" charset="0"/>
              </a:rPr>
              <a:t>FPGA modules</a:t>
            </a:r>
            <a:r>
              <a:rPr lang="en-US" dirty="0">
                <a:latin typeface="Times New Roman" panose="02020603050405020304" pitchFamily="18" charset="0"/>
                <a:cs typeface="Times New Roman" panose="02020603050405020304" pitchFamily="18" charset="0"/>
              </a:rPr>
              <a:t>, including encoder interfaces, brake-control logic, analog measurement paths, Ethernet TSN, and digital I/O subsystems.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FPGA-accelerated HIL/FIL architectures</a:t>
            </a:r>
            <a:r>
              <a:rPr lang="en-US" dirty="0">
                <a:latin typeface="Times New Roman" panose="02020603050405020304" pitchFamily="18" charset="0"/>
                <a:cs typeface="Times New Roman" panose="02020603050405020304" pitchFamily="18" charset="0"/>
              </a:rPr>
              <a:t> can be incorporated to enable closed-loop simulation of complete motor-drive and power-electronic systems without physical hardware.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high-level software interface </a:t>
            </a:r>
            <a:r>
              <a:rPr lang="en-US" b="1" dirty="0">
                <a:latin typeface="Times New Roman" panose="02020603050405020304" pitchFamily="18" charset="0"/>
                <a:cs typeface="Times New Roman" panose="02020603050405020304" pitchFamily="18" charset="0"/>
              </a:rPr>
              <a:t>can be developed</a:t>
            </a:r>
            <a:r>
              <a:rPr lang="en-US" dirty="0">
                <a:latin typeface="Times New Roman" panose="02020603050405020304" pitchFamily="18" charset="0"/>
                <a:cs typeface="Times New Roman" panose="02020603050405020304" pitchFamily="18" charset="0"/>
              </a:rPr>
              <a:t> to support automated test execution, report generation and result visualization.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into </a:t>
            </a:r>
            <a:r>
              <a:rPr lang="en-US" b="1" dirty="0">
                <a:latin typeface="Times New Roman" panose="02020603050405020304" pitchFamily="18" charset="0"/>
                <a:cs typeface="Times New Roman" panose="02020603050405020304" pitchFamily="18" charset="0"/>
              </a:rPr>
              <a:t>CI/CD pipelines</a:t>
            </a:r>
            <a:r>
              <a:rPr lang="en-US" dirty="0">
                <a:latin typeface="Times New Roman" panose="02020603050405020304" pitchFamily="18" charset="0"/>
                <a:cs typeface="Times New Roman" panose="02020603050405020304" pitchFamily="18" charset="0"/>
              </a:rPr>
              <a:t> can be achieved to support automated regression testing and continuous FPGA hardware validation</a:t>
            </a:r>
          </a:p>
          <a:p>
            <a:pPr algn="just"/>
            <a:endParaRPr lang="en-US" sz="1200" b="0" i="0" dirty="0">
              <a:solidFill>
                <a:srgbClr val="000000"/>
              </a:solidFill>
              <a:effectLst/>
              <a:latin typeface="Times New Roman" panose="02020603050405020304" pitchFamily="18" charset="0"/>
              <a:cs typeface="Times New Roman" panose="02020603050405020304" pitchFamily="18" charset="0"/>
            </a:endParaRPr>
          </a:p>
          <a:p>
            <a:pPr algn="just"/>
            <a:r>
              <a:rPr lang="en-US" sz="1200" b="0" i="0" dirty="0">
                <a:solidFill>
                  <a:srgbClr val="000000"/>
                </a:solidFill>
                <a:effectLst/>
                <a:latin typeface="Times New Roman" panose="02020603050405020304" pitchFamily="18" charset="0"/>
                <a:cs typeface="Times New Roman" panose="02020603050405020304" pitchFamily="18" charset="0"/>
              </a:rPr>
              <a:t> </a:t>
            </a:r>
            <a:endParaRPr lang="de-DE"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0807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9F13CC8-D727-2AEC-EFF0-A227DBDAD513}"/>
              </a:ext>
            </a:extLst>
          </p:cNvPr>
          <p:cNvSpPr>
            <a:spLocks noGrp="1"/>
          </p:cNvSpPr>
          <p:nvPr>
            <p:ph type="title"/>
          </p:nvPr>
        </p:nvSpPr>
        <p:spPr/>
        <p:txBody>
          <a:bodyPr/>
          <a:lstStyle/>
          <a:p>
            <a:r>
              <a:rPr lang="en-US">
                <a:solidFill>
                  <a:schemeClr val="tx2"/>
                </a:solidFill>
              </a:rPr>
              <a:t>THANK YOU.</a:t>
            </a:r>
            <a:endParaRPr lang="en-PL"/>
          </a:p>
        </p:txBody>
      </p:sp>
      <p:sp>
        <p:nvSpPr>
          <p:cNvPr id="6" name="Footer Placeholder 5">
            <a:extLst>
              <a:ext uri="{FF2B5EF4-FFF2-40B4-BE49-F238E27FC236}">
                <a16:creationId xmlns:a16="http://schemas.microsoft.com/office/drawing/2014/main" id="{2EF4BCF7-774D-EA52-A37C-58DFDA296F01}"/>
              </a:ext>
            </a:extLst>
          </p:cNvPr>
          <p:cNvSpPr>
            <a:spLocks noGrp="1"/>
          </p:cNvSpPr>
          <p:nvPr>
            <p:ph type="ftr" sz="quarter" idx="10"/>
          </p:nvPr>
        </p:nvSpPr>
        <p:spPr/>
        <p:txBody>
          <a:bodyPr/>
          <a:lstStyle/>
          <a:p>
            <a:r>
              <a:rPr lang="en-US"/>
              <a:t>Property of Schneider Electric |</a:t>
            </a:r>
          </a:p>
        </p:txBody>
      </p:sp>
      <p:sp>
        <p:nvSpPr>
          <p:cNvPr id="7" name="Slide Number Placeholder 6">
            <a:extLst>
              <a:ext uri="{FF2B5EF4-FFF2-40B4-BE49-F238E27FC236}">
                <a16:creationId xmlns:a16="http://schemas.microsoft.com/office/drawing/2014/main" id="{413AAB89-CC84-D659-4A0B-450BB78BEB43}"/>
              </a:ext>
            </a:extLst>
          </p:cNvPr>
          <p:cNvSpPr>
            <a:spLocks noGrp="1"/>
          </p:cNvSpPr>
          <p:nvPr>
            <p:ph type="sldNum" sz="quarter" idx="11"/>
          </p:nvPr>
        </p:nvSpPr>
        <p:spPr/>
        <p:txBody>
          <a:bodyPr/>
          <a:lstStyle/>
          <a:p>
            <a:r>
              <a:rPr lang="en-US"/>
              <a:t>Page </a:t>
            </a:r>
            <a:fld id="{5A9C12DC-491F-9444-86A2-13AC5C62A2FC}" type="slidenum">
              <a:rPr lang="en-US" smtClean="0"/>
              <a:pPr/>
              <a:t>21</a:t>
            </a:fld>
            <a:endParaRPr lang="en-US"/>
          </a:p>
        </p:txBody>
      </p:sp>
    </p:spTree>
    <p:extLst>
      <p:ext uri="{BB962C8B-B14F-4D97-AF65-F5344CB8AC3E}">
        <p14:creationId xmlns:p14="http://schemas.microsoft.com/office/powerpoint/2010/main" val="487472933"/>
      </p:ext>
    </p:extLst>
  </p:cSld>
  <p:clrMapOvr>
    <a:masterClrMapping/>
  </p:clrMapOvr>
</p:sld>
</file>

<file path=ppt/theme/theme1.xml><?xml version="1.0" encoding="utf-8"?>
<a:theme xmlns:a="http://schemas.openxmlformats.org/drawingml/2006/main" name="1_Content slides">
  <a:themeElements>
    <a:clrScheme name="SE Color palette">
      <a:dk1>
        <a:srgbClr val="000000"/>
      </a:dk1>
      <a:lt1>
        <a:srgbClr val="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spAutoFit/>
      </a:bodyPr>
      <a:lstStyle>
        <a:defPPr algn="l">
          <a:defRPr sz="1600" dirty="0" smtClean="0">
            <a:solidFill>
              <a:schemeClr val="accent1">
                <a:lumMod val="75000"/>
              </a:schemeClr>
            </a:solidFill>
          </a:defRPr>
        </a:defPPr>
      </a:lstStyle>
    </a:txDef>
  </a:objectDefaults>
  <a:extraClrSchemeLst/>
  <a:extLst>
    <a:ext uri="{05A4C25C-085E-4340-85A3-A5531E510DB2}">
      <thm15:themeFamily xmlns:thm15="http://schemas.microsoft.com/office/thememl/2012/main" name="se_white_slide_examples_20240129 (1)" id="{2C9BDB08-0E20-4741-B577-C7B1120CAA51}" vid="{D801C534-A0DF-46F9-8037-50D77869AB22}"/>
    </a:ext>
  </a:extLst>
</a:theme>
</file>

<file path=ppt/theme/theme2.xml><?xml version="1.0" encoding="utf-8"?>
<a:theme xmlns:a="http://schemas.openxmlformats.org/drawingml/2006/main" name="2_Full image title slide and closing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tIns="0" rIns="0" bIns="0"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e_white_slide_examples_20240129 (1)" id="{2C9BDB08-0E20-4741-B577-C7B1120CAA51}" vid="{3223B6EA-78CC-4E5B-BDED-C78CF0D679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0eef2b8e-6c60-4f10-9d81-1d06aa5e2f71">
      <UserInfo>
        <DisplayName>CARLOS A. FARIAS</DisplayName>
        <AccountId>49249</AccountId>
        <AccountType/>
      </UserInfo>
    </SharedWithUsers>
    <TaxCatchAll xmlns="0eef2b8e-6c60-4f10-9d81-1d06aa5e2f71" xsi:nil="true"/>
    <lcf76f155ced4ddcb4097134ff3c332f xmlns="1478f12a-93e4-4cfc-bf6b-f8952910a30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D435A980E419A45ADE093B26124FA13" ma:contentTypeVersion="18" ma:contentTypeDescription="Create a new document." ma:contentTypeScope="" ma:versionID="3b670a00eb430d15ac98b7c9e61b1ab1">
  <xsd:schema xmlns:xsd="http://www.w3.org/2001/XMLSchema" xmlns:xs="http://www.w3.org/2001/XMLSchema" xmlns:p="http://schemas.microsoft.com/office/2006/metadata/properties" xmlns:ns2="1478f12a-93e4-4cfc-bf6b-f8952910a30b" xmlns:ns3="0eef2b8e-6c60-4f10-9d81-1d06aa5e2f71" targetNamespace="http://schemas.microsoft.com/office/2006/metadata/properties" ma:root="true" ma:fieldsID="7657f2b623905408b9464d4a3e3cdf4b" ns2:_="" ns3:_="">
    <xsd:import namespace="1478f12a-93e4-4cfc-bf6b-f8952910a30b"/>
    <xsd:import namespace="0eef2b8e-6c60-4f10-9d81-1d06aa5e2f7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78f12a-93e4-4cfc-bf6b-f8952910a3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3e82df8-f6af-445d-9b0b-5c4dfc7c59a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ef2b8e-6c60-4f10-9d81-1d06aa5e2f71"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06b1ff3f-a1d1-45f4-99a5-c0800a8c314e}" ma:internalName="TaxCatchAll" ma:showField="CatchAllData" ma:web="0eef2b8e-6c60-4f10-9d81-1d06aa5e2f7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CF00BF-0DF2-4ACD-BF59-54E296D2E59C}">
  <ds:schemaRefs>
    <ds:schemaRef ds:uri="http://schemas.microsoft.com/office/infopath/2007/PartnerControls"/>
    <ds:schemaRef ds:uri="http://schemas.microsoft.com/office/2006/documentManagement/types"/>
    <ds:schemaRef ds:uri="http://purl.org/dc/dcmitype/"/>
    <ds:schemaRef ds:uri="http://purl.org/dc/elements/1.1/"/>
    <ds:schemaRef ds:uri="1478f12a-93e4-4cfc-bf6b-f8952910a30b"/>
    <ds:schemaRef ds:uri="http://schemas.microsoft.com/office/2006/metadata/properties"/>
    <ds:schemaRef ds:uri="http://purl.org/dc/terms/"/>
    <ds:schemaRef ds:uri="http://schemas.openxmlformats.org/package/2006/metadata/core-properties"/>
    <ds:schemaRef ds:uri="0eef2b8e-6c60-4f10-9d81-1d06aa5e2f71"/>
    <ds:schemaRef ds:uri="http://www.w3.org/XML/1998/namespace"/>
  </ds:schemaRefs>
</ds:datastoreItem>
</file>

<file path=customXml/itemProps2.xml><?xml version="1.0" encoding="utf-8"?>
<ds:datastoreItem xmlns:ds="http://schemas.openxmlformats.org/officeDocument/2006/customXml" ds:itemID="{7971F1A0-B01A-4375-8FB9-73B0869E7C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78f12a-93e4-4cfc-bf6b-f8952910a30b"/>
    <ds:schemaRef ds:uri="0eef2b8e-6c60-4f10-9d81-1d06aa5e2f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1661C0-8723-4882-8F1C-AB3DCF5F203A}">
  <ds:schemaRefs>
    <ds:schemaRef ds:uri="http://schemas.microsoft.com/sharepoint/v3/contenttype/forms"/>
  </ds:schemaRefs>
</ds:datastoreItem>
</file>

<file path=docMetadata/LabelInfo.xml><?xml version="1.0" encoding="utf-8"?>
<clbl:labelList xmlns:clbl="http://schemas.microsoft.com/office/2020/mipLabelMetadata">
  <clbl:label id="{23507802-f8e4-4e38-829c-ac8ea9b241e4}" enabled="1" method="Privileged" siteId="{6e51e1ad-c54b-4b39-b598-0ffe9ae68fef}" removed="0"/>
</clbl:labelList>
</file>

<file path=docProps/app.xml><?xml version="1.0" encoding="utf-8"?>
<Properties xmlns="http://schemas.openxmlformats.org/officeDocument/2006/extended-properties" xmlns:vt="http://schemas.openxmlformats.org/officeDocument/2006/docPropsVTypes">
  <Template>SE White Template with Examples</Template>
  <TotalTime>0</TotalTime>
  <Words>1419</Words>
  <Application>Microsoft Office PowerPoint</Application>
  <PresentationFormat>On-screen Show (16:9)</PresentationFormat>
  <Paragraphs>151</Paragraphs>
  <Slides>21</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Calibri</vt:lpstr>
      <vt:lpstr>Lucida Grande</vt:lpstr>
      <vt:lpstr>Times New Roman</vt:lpstr>
      <vt:lpstr>1_Content slides</vt:lpstr>
      <vt:lpstr>2_Full image title slide and closing slides</vt:lpstr>
      <vt:lpstr>RAPID FPGA VERIFICATION STRATEGIES FOR SERVO DRIVES USING MPSOC</vt:lpstr>
      <vt:lpstr>Agenda</vt:lpstr>
      <vt:lpstr>MOTIVATION</vt:lpstr>
      <vt:lpstr>PROBLEM STATEMENT</vt:lpstr>
      <vt:lpstr>Technical Background</vt:lpstr>
      <vt:lpstr>PowerPoint Presentation</vt:lpstr>
      <vt:lpstr>Objectives </vt:lpstr>
      <vt:lpstr>PowerPoint Presentation</vt:lpstr>
      <vt:lpstr>Understanding the DUTs</vt:lpstr>
      <vt:lpstr>Block Diagram of the System</vt:lpstr>
      <vt:lpstr>Design and Implementation</vt:lpstr>
      <vt:lpstr>PowerPoint Presentation</vt:lpstr>
      <vt:lpstr>PowerPoint Presentation</vt:lpstr>
      <vt:lpstr>Results</vt:lpstr>
      <vt:lpstr>PowerPoint Presentation</vt:lpstr>
      <vt:lpstr>PowerPoint Presentation</vt:lpstr>
      <vt:lpstr>PWM Verification Results</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Suhas Bangalore Mruthunjaya</dc:creator>
  <cp:lastModifiedBy>Suhas Bangalore Mruthunjaya</cp:lastModifiedBy>
  <cp:revision>24</cp:revision>
  <dcterms:created xsi:type="dcterms:W3CDTF">2025-09-25T12:16:53Z</dcterms:created>
  <dcterms:modified xsi:type="dcterms:W3CDTF">2026-01-30T08:13:24Z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0x0101009D435A980E419A45ADE093B26124FA13</vt:lpwstr>
  </property>
  <property fmtid="{D5CDD505-2E9C-101B-9397-08002B2CF9AE}" pid="3" name="MediaServiceImageTags">
    <vt:lpwstr/>
  </property>
  <property fmtid="{D5CDD505-2E9C-101B-9397-08002B2CF9AE}" pid="4" name="ClassificationContentMarkingFooterLocations">
    <vt:lpwstr>1_Content slides:4\2_Full image title slide and closing slides:3</vt:lpwstr>
  </property>
  <property fmtid="{D5CDD505-2E9C-101B-9397-08002B2CF9AE}" pid="5" name="ClassificationContentMarkingFooterText">
    <vt:lpwstr>Public</vt:lpwstr>
  </property>
</Properties>
</file>