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4"/>
    <p:sldMasterId id="2147483648" r:id="rId5"/>
  </p:sldMasterIdLst>
  <p:notesMasterIdLst>
    <p:notesMasterId r:id="rId29"/>
  </p:notesMasterIdLst>
  <p:handoutMasterIdLst>
    <p:handoutMasterId r:id="rId30"/>
  </p:handoutMasterIdLst>
  <p:sldIdLst>
    <p:sldId id="342" r:id="rId6"/>
    <p:sldId id="305" r:id="rId7"/>
    <p:sldId id="362" r:id="rId8"/>
    <p:sldId id="363" r:id="rId9"/>
    <p:sldId id="369" r:id="rId10"/>
    <p:sldId id="364" r:id="rId11"/>
    <p:sldId id="353" r:id="rId12"/>
    <p:sldId id="361" r:id="rId13"/>
    <p:sldId id="355" r:id="rId14"/>
    <p:sldId id="343" r:id="rId15"/>
    <p:sldId id="357" r:id="rId16"/>
    <p:sldId id="359" r:id="rId17"/>
    <p:sldId id="356" r:id="rId18"/>
    <p:sldId id="365" r:id="rId19"/>
    <p:sldId id="367" r:id="rId20"/>
    <p:sldId id="366" r:id="rId21"/>
    <p:sldId id="354" r:id="rId22"/>
    <p:sldId id="358" r:id="rId23"/>
    <p:sldId id="368" r:id="rId24"/>
    <p:sldId id="339" r:id="rId25"/>
    <p:sldId id="338" r:id="rId26"/>
    <p:sldId id="360" r:id="rId27"/>
    <p:sldId id="300" r:id="rId28"/>
  </p:sldIdLst>
  <p:sldSz cx="9144000" cy="5143500" type="screen16x9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1">
          <p15:clr>
            <a:srgbClr val="A4A3A4"/>
          </p15:clr>
        </p15:guide>
        <p15:guide id="2" orient="horz" pos="2762">
          <p15:clr>
            <a:srgbClr val="A4A3A4"/>
          </p15:clr>
        </p15:guide>
        <p15:guide id="3" orient="horz" pos="990">
          <p15:clr>
            <a:srgbClr val="A4A3A4"/>
          </p15:clr>
        </p15:guide>
        <p15:guide id="4" orient="horz" pos="3104">
          <p15:clr>
            <a:srgbClr val="A4A3A4"/>
          </p15:clr>
        </p15:guide>
        <p15:guide id="5" orient="horz" pos="566">
          <p15:clr>
            <a:srgbClr val="A4A3A4"/>
          </p15:clr>
        </p15:guide>
        <p15:guide id="6" orient="horz" pos="2639">
          <p15:clr>
            <a:srgbClr val="A4A3A4"/>
          </p15:clr>
        </p15:guide>
        <p15:guide id="7" orient="horz" pos="758">
          <p15:clr>
            <a:srgbClr val="A4A3A4"/>
          </p15:clr>
        </p15:guide>
        <p15:guide id="8" orient="horz" pos="145">
          <p15:clr>
            <a:srgbClr val="A4A3A4"/>
          </p15:clr>
        </p15:guide>
        <p15:guide id="9" orient="horz" pos="1688">
          <p15:clr>
            <a:srgbClr val="A4A3A4"/>
          </p15:clr>
        </p15:guide>
        <p15:guide id="10" orient="horz" pos="2828">
          <p15:clr>
            <a:srgbClr val="A4A3A4"/>
          </p15:clr>
        </p15:guide>
        <p15:guide id="11" pos="5630">
          <p15:clr>
            <a:srgbClr val="A4A3A4"/>
          </p15:clr>
        </p15:guide>
        <p15:guide id="12" pos="3788">
          <p15:clr>
            <a:srgbClr val="A4A3A4"/>
          </p15:clr>
        </p15:guide>
        <p15:guide id="13" pos="2906">
          <p15:clr>
            <a:srgbClr val="A4A3A4"/>
          </p15:clr>
        </p15:guide>
        <p15:guide id="14" pos="3674">
          <p15:clr>
            <a:srgbClr val="A4A3A4"/>
          </p15:clr>
        </p15:guide>
        <p15:guide id="15" pos="3901">
          <p15:clr>
            <a:srgbClr val="A4A3A4"/>
          </p15:clr>
        </p15:guide>
        <p15:guide id="16" pos="3018">
          <p15:clr>
            <a:srgbClr val="A4A3A4"/>
          </p15:clr>
        </p15:guide>
        <p15:guide id="17" pos="2791">
          <p15:clr>
            <a:srgbClr val="A4A3A4"/>
          </p15:clr>
        </p15:guide>
        <p15:guide id="18" pos="159">
          <p15:clr>
            <a:srgbClr val="A4A3A4"/>
          </p15:clr>
        </p15:guide>
        <p15:guide id="19" pos="184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ckie Barlow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C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>
        <p:guide orient="horz" pos="1831"/>
        <p:guide orient="horz" pos="2762"/>
        <p:guide orient="horz" pos="990"/>
        <p:guide orient="horz" pos="3104"/>
        <p:guide orient="horz" pos="566"/>
        <p:guide orient="horz" pos="2639"/>
        <p:guide orient="horz" pos="758"/>
        <p:guide orient="horz" pos="145"/>
        <p:guide orient="horz" pos="1688"/>
        <p:guide orient="horz" pos="2828"/>
        <p:guide pos="5630"/>
        <p:guide pos="3788"/>
        <p:guide pos="2906"/>
        <p:guide pos="3674"/>
        <p:guide pos="3901"/>
        <p:guide pos="3018"/>
        <p:guide pos="2791"/>
        <p:guide pos="159"/>
        <p:guide pos="18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Badura" userId="07c8f135-d96f-4dd4-842c-2adbd5ec823b" providerId="ADAL" clId="{9C37BDF5-6648-4B8C-BDE3-745C9148D4E4}"/>
    <pc:docChg chg="sldOrd">
      <pc:chgData name="Alexander Badura" userId="07c8f135-d96f-4dd4-842c-2adbd5ec823b" providerId="ADAL" clId="{9C37BDF5-6648-4B8C-BDE3-745C9148D4E4}" dt="2022-11-22T14:19:28.846" v="0" actId="20578"/>
      <pc:docMkLst>
        <pc:docMk/>
      </pc:docMkLst>
      <pc:sldChg chg="ord">
        <pc:chgData name="Alexander Badura" userId="07c8f135-d96f-4dd4-842c-2adbd5ec823b" providerId="ADAL" clId="{9C37BDF5-6648-4B8C-BDE3-745C9148D4E4}" dt="2022-11-22T14:19:28.846" v="0" actId="20578"/>
        <pc:sldMkLst>
          <pc:docMk/>
          <pc:sldMk cId="1519769495" sldId="353"/>
        </pc:sldMkLst>
      </pc:sldChg>
    </pc:docChg>
  </pc:docChgLst>
  <pc:docChgLst>
    <pc:chgData name="Dusan Djuraskovic" userId="09be51c2-85f0-4d8a-b297-c86a61d52500" providerId="ADAL" clId="{C5DC08ED-81A0-45EB-BC74-7F63F7A10EAC}"/>
    <pc:docChg chg="modSld">
      <pc:chgData name="Dusan Djuraskovic" userId="09be51c2-85f0-4d8a-b297-c86a61d52500" providerId="ADAL" clId="{C5DC08ED-81A0-45EB-BC74-7F63F7A10EAC}" dt="2023-09-22T14:00:35.720" v="0" actId="1036"/>
      <pc:docMkLst>
        <pc:docMk/>
      </pc:docMkLst>
      <pc:sldChg chg="modSp mod">
        <pc:chgData name="Dusan Djuraskovic" userId="09be51c2-85f0-4d8a-b297-c86a61d52500" providerId="ADAL" clId="{C5DC08ED-81A0-45EB-BC74-7F63F7A10EAC}" dt="2023-09-22T14:00:35.720" v="0" actId="1036"/>
        <pc:sldMkLst>
          <pc:docMk/>
          <pc:sldMk cId="3110984818" sldId="363"/>
        </pc:sldMkLst>
        <pc:picChg chg="mod">
          <ac:chgData name="Dusan Djuraskovic" userId="09be51c2-85f0-4d8a-b297-c86a61d52500" providerId="ADAL" clId="{C5DC08ED-81A0-45EB-BC74-7F63F7A10EAC}" dt="2023-09-22T14:00:35.720" v="0" actId="1036"/>
          <ac:picMkLst>
            <pc:docMk/>
            <pc:sldMk cId="3110984818" sldId="363"/>
            <ac:picMk id="9" creationId="{42BEFD20-E024-47E4-AA4E-7242A8EB2A7E}"/>
          </ac:picMkLst>
        </pc:picChg>
      </pc:sldChg>
    </pc:docChg>
  </pc:docChgLst>
  <pc:docChgLst>
    <pc:chgData name="Klaus Bordt" userId="05090e4c-78d1-4d27-bb44-8321be35a441" providerId="ADAL" clId="{6EBDC9E9-FC6E-47EF-A769-90C546ADDD22}"/>
    <pc:docChg chg="undo custSel addSld delSld modSld sldOrd">
      <pc:chgData name="Klaus Bordt" userId="05090e4c-78d1-4d27-bb44-8321be35a441" providerId="ADAL" clId="{6EBDC9E9-FC6E-47EF-A769-90C546ADDD22}" dt="2022-11-23T07:26:23.722" v="6884" actId="20577"/>
      <pc:docMkLst>
        <pc:docMk/>
      </pc:docMkLst>
      <pc:sldChg chg="delSp modSp mod">
        <pc:chgData name="Klaus Bordt" userId="05090e4c-78d1-4d27-bb44-8321be35a441" providerId="ADAL" clId="{6EBDC9E9-FC6E-47EF-A769-90C546ADDD22}" dt="2022-11-22T08:49:02.704" v="4208" actId="478"/>
        <pc:sldMkLst>
          <pc:docMk/>
          <pc:sldMk cId="1230714016" sldId="305"/>
        </pc:sldMkLst>
        <pc:spChg chg="del mod">
          <ac:chgData name="Klaus Bordt" userId="05090e4c-78d1-4d27-bb44-8321be35a441" providerId="ADAL" clId="{6EBDC9E9-FC6E-47EF-A769-90C546ADDD22}" dt="2022-11-22T08:49:02.704" v="4208" actId="478"/>
          <ac:spMkLst>
            <pc:docMk/>
            <pc:sldMk cId="1230714016" sldId="305"/>
            <ac:spMk id="9" creationId="{00000000-0000-0000-0000-000000000000}"/>
          </ac:spMkLst>
        </pc:spChg>
        <pc:spChg chg="mod">
          <ac:chgData name="Klaus Bordt" userId="05090e4c-78d1-4d27-bb44-8321be35a441" providerId="ADAL" clId="{6EBDC9E9-FC6E-47EF-A769-90C546ADDD22}" dt="2022-11-21T10:46:19.860" v="2831" actId="20577"/>
          <ac:spMkLst>
            <pc:docMk/>
            <pc:sldMk cId="1230714016" sldId="305"/>
            <ac:spMk id="10" creationId="{00000000-0000-0000-0000-000000000000}"/>
          </ac:spMkLst>
        </pc:spChg>
        <pc:spChg chg="mod">
          <ac:chgData name="Klaus Bordt" userId="05090e4c-78d1-4d27-bb44-8321be35a441" providerId="ADAL" clId="{6EBDC9E9-FC6E-47EF-A769-90C546ADDD22}" dt="2022-11-21T13:56:40.858" v="3639" actId="20577"/>
          <ac:spMkLst>
            <pc:docMk/>
            <pc:sldMk cId="1230714016" sldId="305"/>
            <ac:spMk id="11" creationId="{00000000-0000-0000-0000-000000000000}"/>
          </ac:spMkLst>
        </pc:spChg>
      </pc:sldChg>
      <pc:sldChg chg="addSp delSp modSp mod ord modClrScheme chgLayout">
        <pc:chgData name="Klaus Bordt" userId="05090e4c-78d1-4d27-bb44-8321be35a441" providerId="ADAL" clId="{6EBDC9E9-FC6E-47EF-A769-90C546ADDD22}" dt="2022-11-22T12:52:10.617" v="6789" actId="20577"/>
        <pc:sldMkLst>
          <pc:docMk/>
          <pc:sldMk cId="2087125545" sldId="338"/>
        </pc:sldMkLst>
        <pc:spChg chg="mod ord">
          <ac:chgData name="Klaus Bordt" userId="05090e4c-78d1-4d27-bb44-8321be35a441" providerId="ADAL" clId="{6EBDC9E9-FC6E-47EF-A769-90C546ADDD22}" dt="2022-11-22T08:03:37.284" v="4202" actId="20577"/>
          <ac:spMkLst>
            <pc:docMk/>
            <pc:sldMk cId="2087125545" sldId="338"/>
            <ac:spMk id="2" creationId="{00000000-0000-0000-0000-000000000000}"/>
          </ac:spMkLst>
        </pc:spChg>
        <pc:spChg chg="mod ord">
          <ac:chgData name="Klaus Bordt" userId="05090e4c-78d1-4d27-bb44-8321be35a441" providerId="ADAL" clId="{6EBDC9E9-FC6E-47EF-A769-90C546ADDD22}" dt="2022-11-22T08:03:29.384" v="4196" actId="700"/>
          <ac:spMkLst>
            <pc:docMk/>
            <pc:sldMk cId="2087125545" sldId="338"/>
            <ac:spMk id="3" creationId="{00000000-0000-0000-0000-000000000000}"/>
          </ac:spMkLst>
        </pc:spChg>
        <pc:spChg chg="mod ord">
          <ac:chgData name="Klaus Bordt" userId="05090e4c-78d1-4d27-bb44-8321be35a441" providerId="ADAL" clId="{6EBDC9E9-FC6E-47EF-A769-90C546ADDD22}" dt="2022-11-22T08:03:29.384" v="4196" actId="700"/>
          <ac:spMkLst>
            <pc:docMk/>
            <pc:sldMk cId="2087125545" sldId="338"/>
            <ac:spMk id="4" creationId="{00000000-0000-0000-0000-000000000000}"/>
          </ac:spMkLst>
        </pc:spChg>
        <pc:spChg chg="mod ord">
          <ac:chgData name="Klaus Bordt" userId="05090e4c-78d1-4d27-bb44-8321be35a441" providerId="ADAL" clId="{6EBDC9E9-FC6E-47EF-A769-90C546ADDD22}" dt="2022-11-22T08:03:29.384" v="4196" actId="700"/>
          <ac:spMkLst>
            <pc:docMk/>
            <pc:sldMk cId="2087125545" sldId="338"/>
            <ac:spMk id="5" creationId="{00000000-0000-0000-0000-000000000000}"/>
          </ac:spMkLst>
        </pc:spChg>
        <pc:spChg chg="add mod">
          <ac:chgData name="Klaus Bordt" userId="05090e4c-78d1-4d27-bb44-8321be35a441" providerId="ADAL" clId="{6EBDC9E9-FC6E-47EF-A769-90C546ADDD22}" dt="2022-11-22T12:52:10.617" v="6789" actId="20577"/>
          <ac:spMkLst>
            <pc:docMk/>
            <pc:sldMk cId="2087125545" sldId="338"/>
            <ac:spMk id="6" creationId="{42E2E2CA-D183-44A8-8E02-1199EC8215C2}"/>
          </ac:spMkLst>
        </pc:spChg>
        <pc:spChg chg="add del mod">
          <ac:chgData name="Klaus Bordt" userId="05090e4c-78d1-4d27-bb44-8321be35a441" providerId="ADAL" clId="{6EBDC9E9-FC6E-47EF-A769-90C546ADDD22}" dt="2022-11-22T12:34:29.267" v="6535"/>
          <ac:spMkLst>
            <pc:docMk/>
            <pc:sldMk cId="2087125545" sldId="338"/>
            <ac:spMk id="7" creationId="{CFC8BB9E-9768-480D-9CCF-849217F365B1}"/>
          </ac:spMkLst>
        </pc:spChg>
      </pc:sldChg>
      <pc:sldChg chg="addSp delSp modSp add del mod">
        <pc:chgData name="Klaus Bordt" userId="05090e4c-78d1-4d27-bb44-8321be35a441" providerId="ADAL" clId="{6EBDC9E9-FC6E-47EF-A769-90C546ADDD22}" dt="2022-11-22T08:28:22.298" v="4207" actId="167"/>
        <pc:sldMkLst>
          <pc:docMk/>
          <pc:sldMk cId="1229660811" sldId="342"/>
        </pc:sldMkLst>
        <pc:spChg chg="mod">
          <ac:chgData name="Klaus Bordt" userId="05090e4c-78d1-4d27-bb44-8321be35a441" providerId="ADAL" clId="{6EBDC9E9-FC6E-47EF-A769-90C546ADDD22}" dt="2022-11-21T13:56:04.421" v="3605" actId="14100"/>
          <ac:spMkLst>
            <pc:docMk/>
            <pc:sldMk cId="1229660811" sldId="342"/>
            <ac:spMk id="3" creationId="{00000000-0000-0000-0000-000000000000}"/>
          </ac:spMkLst>
        </pc:spChg>
        <pc:spChg chg="mod">
          <ac:chgData name="Klaus Bordt" userId="05090e4c-78d1-4d27-bb44-8321be35a441" providerId="ADAL" clId="{6EBDC9E9-FC6E-47EF-A769-90C546ADDD22}" dt="2022-11-22T08:28:00.215" v="4203" actId="1076"/>
          <ac:spMkLst>
            <pc:docMk/>
            <pc:sldMk cId="1229660811" sldId="342"/>
            <ac:spMk id="9" creationId="{00000000-0000-0000-0000-000000000000}"/>
          </ac:spMkLst>
        </pc:spChg>
        <pc:picChg chg="add mod">
          <ac:chgData name="Klaus Bordt" userId="05090e4c-78d1-4d27-bb44-8321be35a441" providerId="ADAL" clId="{6EBDC9E9-FC6E-47EF-A769-90C546ADDD22}" dt="2022-11-22T08:00:11.067" v="4144" actId="14100"/>
          <ac:picMkLst>
            <pc:docMk/>
            <pc:sldMk cId="1229660811" sldId="342"/>
            <ac:picMk id="6" creationId="{11094BF1-0942-42AA-91A7-DB469BF2B973}"/>
          </ac:picMkLst>
        </pc:picChg>
        <pc:picChg chg="add mod ord">
          <ac:chgData name="Klaus Bordt" userId="05090e4c-78d1-4d27-bb44-8321be35a441" providerId="ADAL" clId="{6EBDC9E9-FC6E-47EF-A769-90C546ADDD22}" dt="2022-11-22T08:28:22.298" v="4207" actId="167"/>
          <ac:picMkLst>
            <pc:docMk/>
            <pc:sldMk cId="1229660811" sldId="342"/>
            <ac:picMk id="10" creationId="{9126C53D-BB20-493E-BCB5-58CA242A1231}"/>
          </ac:picMkLst>
        </pc:picChg>
        <pc:picChg chg="del">
          <ac:chgData name="Klaus Bordt" userId="05090e4c-78d1-4d27-bb44-8321be35a441" providerId="ADAL" clId="{6EBDC9E9-FC6E-47EF-A769-90C546ADDD22}" dt="2022-11-22T07:59:51.706" v="4138" actId="478"/>
          <ac:picMkLst>
            <pc:docMk/>
            <pc:sldMk cId="1229660811" sldId="342"/>
            <ac:picMk id="2053" creationId="{00000000-0000-0000-0000-000000000000}"/>
          </ac:picMkLst>
        </pc:picChg>
      </pc:sldChg>
      <pc:sldChg chg="addSp delSp modSp mod ord">
        <pc:chgData name="Klaus Bordt" userId="05090e4c-78d1-4d27-bb44-8321be35a441" providerId="ADAL" clId="{6EBDC9E9-FC6E-47EF-A769-90C546ADDD22}" dt="2022-11-22T12:00:59.140" v="5929" actId="478"/>
        <pc:sldMkLst>
          <pc:docMk/>
          <pc:sldMk cId="1430280648" sldId="343"/>
        </pc:sldMkLst>
        <pc:spChg chg="mod">
          <ac:chgData name="Klaus Bordt" userId="05090e4c-78d1-4d27-bb44-8321be35a441" providerId="ADAL" clId="{6EBDC9E9-FC6E-47EF-A769-90C546ADDD22}" dt="2022-11-22T08:02:02.106" v="4172" actId="20577"/>
          <ac:spMkLst>
            <pc:docMk/>
            <pc:sldMk cId="1430280648" sldId="343"/>
            <ac:spMk id="2" creationId="{1FF9F0B1-D9D3-497F-828D-B6964315999A}"/>
          </ac:spMkLst>
        </pc:spChg>
        <pc:spChg chg="del">
          <ac:chgData name="Klaus Bordt" userId="05090e4c-78d1-4d27-bb44-8321be35a441" providerId="ADAL" clId="{6EBDC9E9-FC6E-47EF-A769-90C546ADDD22}" dt="2022-11-22T12:00:59.140" v="5929" actId="478"/>
          <ac:spMkLst>
            <pc:docMk/>
            <pc:sldMk cId="1430280648" sldId="343"/>
            <ac:spMk id="3" creationId="{999E600F-DCB0-4603-9E1F-9CD03A72278E}"/>
          </ac:spMkLst>
        </pc:spChg>
        <pc:spChg chg="mod">
          <ac:chgData name="Klaus Bordt" userId="05090e4c-78d1-4d27-bb44-8321be35a441" providerId="ADAL" clId="{6EBDC9E9-FC6E-47EF-A769-90C546ADDD22}" dt="2022-11-21T08:21:31.179" v="362" actId="20577"/>
          <ac:spMkLst>
            <pc:docMk/>
            <pc:sldMk cId="1430280648" sldId="343"/>
            <ac:spMk id="4" creationId="{34F553C8-9868-4ABA-8B0F-C7F671FACFBD}"/>
          </ac:spMkLst>
        </pc:spChg>
        <pc:spChg chg="mod">
          <ac:chgData name="Klaus Bordt" userId="05090e4c-78d1-4d27-bb44-8321be35a441" providerId="ADAL" clId="{6EBDC9E9-FC6E-47EF-A769-90C546ADDD22}" dt="2022-11-22T11:40:51.725" v="5607" actId="6549"/>
          <ac:spMkLst>
            <pc:docMk/>
            <pc:sldMk cId="1430280648" sldId="343"/>
            <ac:spMk id="5" creationId="{B011A9B8-2150-49B4-A094-AB5006684A68}"/>
          </ac:spMkLst>
        </pc:spChg>
        <pc:picChg chg="add mod">
          <ac:chgData name="Klaus Bordt" userId="05090e4c-78d1-4d27-bb44-8321be35a441" providerId="ADAL" clId="{6EBDC9E9-FC6E-47EF-A769-90C546ADDD22}" dt="2022-11-21T09:44:08.286" v="1114" actId="1076"/>
          <ac:picMkLst>
            <pc:docMk/>
            <pc:sldMk cId="1430280648" sldId="343"/>
            <ac:picMk id="9" creationId="{FA40CDF9-E32A-465D-A8E5-D1727E86A0F9}"/>
          </ac:picMkLst>
        </pc:picChg>
      </pc:sldChg>
      <pc:sldChg chg="addSp delSp modSp mod">
        <pc:chgData name="Klaus Bordt" userId="05090e4c-78d1-4d27-bb44-8321be35a441" providerId="ADAL" clId="{6EBDC9E9-FC6E-47EF-A769-90C546ADDD22}" dt="2022-11-22T12:19:41.184" v="6248"/>
        <pc:sldMkLst>
          <pc:docMk/>
          <pc:sldMk cId="1519769495" sldId="353"/>
        </pc:sldMkLst>
        <pc:spChg chg="mod">
          <ac:chgData name="Klaus Bordt" userId="05090e4c-78d1-4d27-bb44-8321be35a441" providerId="ADAL" clId="{6EBDC9E9-FC6E-47EF-A769-90C546ADDD22}" dt="2022-11-22T08:01:04.984" v="4149" actId="20577"/>
          <ac:spMkLst>
            <pc:docMk/>
            <pc:sldMk cId="1519769495" sldId="353"/>
            <ac:spMk id="2" creationId="{476AD30A-B5C4-4025-B7AD-9A4A253D5849}"/>
          </ac:spMkLst>
        </pc:spChg>
        <pc:spChg chg="del">
          <ac:chgData name="Klaus Bordt" userId="05090e4c-78d1-4d27-bb44-8321be35a441" providerId="ADAL" clId="{6EBDC9E9-FC6E-47EF-A769-90C546ADDD22}" dt="2022-11-21T13:59:04.305" v="3668" actId="478"/>
          <ac:spMkLst>
            <pc:docMk/>
            <pc:sldMk cId="1519769495" sldId="353"/>
            <ac:spMk id="3" creationId="{D886DEBF-D38C-4352-9511-5EAC30F6FACC}"/>
          </ac:spMkLst>
        </pc:spChg>
        <pc:spChg chg="del">
          <ac:chgData name="Klaus Bordt" userId="05090e4c-78d1-4d27-bb44-8321be35a441" providerId="ADAL" clId="{6EBDC9E9-FC6E-47EF-A769-90C546ADDD22}" dt="2022-11-21T13:59:06.129" v="3669" actId="478"/>
          <ac:spMkLst>
            <pc:docMk/>
            <pc:sldMk cId="1519769495" sldId="353"/>
            <ac:spMk id="4" creationId="{8E8BA5A5-75F1-41F0-8635-EF566B3B5DDB}"/>
          </ac:spMkLst>
        </pc:spChg>
        <pc:spChg chg="del mod">
          <ac:chgData name="Klaus Bordt" userId="05090e4c-78d1-4d27-bb44-8321be35a441" providerId="ADAL" clId="{6EBDC9E9-FC6E-47EF-A769-90C546ADDD22}" dt="2022-11-22T12:19:41.178" v="6246" actId="21"/>
          <ac:spMkLst>
            <pc:docMk/>
            <pc:sldMk cId="1519769495" sldId="353"/>
            <ac:spMk id="5" creationId="{1B180CCB-27B9-41A4-86A6-7F16169F6F67}"/>
          </ac:spMkLst>
        </pc:spChg>
        <pc:spChg chg="mod">
          <ac:chgData name="Klaus Bordt" userId="05090e4c-78d1-4d27-bb44-8321be35a441" providerId="ADAL" clId="{6EBDC9E9-FC6E-47EF-A769-90C546ADDD22}" dt="2022-11-22T12:17:44.939" v="6243" actId="15"/>
          <ac:spMkLst>
            <pc:docMk/>
            <pc:sldMk cId="1519769495" sldId="353"/>
            <ac:spMk id="10" creationId="{0DC3D3A5-3E62-45DB-9058-665F8BE8EDB0}"/>
          </ac:spMkLst>
        </pc:spChg>
        <pc:spChg chg="add del mod">
          <ac:chgData name="Klaus Bordt" userId="05090e4c-78d1-4d27-bb44-8321be35a441" providerId="ADAL" clId="{6EBDC9E9-FC6E-47EF-A769-90C546ADDD22}" dt="2022-11-22T12:19:41.184" v="6248"/>
          <ac:spMkLst>
            <pc:docMk/>
            <pc:sldMk cId="1519769495" sldId="353"/>
            <ac:spMk id="11" creationId="{070F47FE-7A66-446B-AC0B-E98B5726540B}"/>
          </ac:spMkLst>
        </pc:spChg>
        <pc:spChg chg="mod">
          <ac:chgData name="Klaus Bordt" userId="05090e4c-78d1-4d27-bb44-8321be35a441" providerId="ADAL" clId="{6EBDC9E9-FC6E-47EF-A769-90C546ADDD22}" dt="2022-11-22T12:17:42.242" v="6242" actId="15"/>
          <ac:spMkLst>
            <pc:docMk/>
            <pc:sldMk cId="1519769495" sldId="353"/>
            <ac:spMk id="14" creationId="{FD5A365B-C900-452A-BDD1-D7583CB3EA82}"/>
          </ac:spMkLst>
        </pc:spChg>
        <pc:spChg chg="add mod">
          <ac:chgData name="Klaus Bordt" userId="05090e4c-78d1-4d27-bb44-8321be35a441" providerId="ADAL" clId="{6EBDC9E9-FC6E-47EF-A769-90C546ADDD22}" dt="2022-11-22T12:19:41.178" v="6246" actId="21"/>
          <ac:spMkLst>
            <pc:docMk/>
            <pc:sldMk cId="1519769495" sldId="353"/>
            <ac:spMk id="17" creationId="{8E31D9DE-911C-46DA-90D3-DC3E00401761}"/>
          </ac:spMkLst>
        </pc:spChg>
        <pc:picChg chg="add mod">
          <ac:chgData name="Klaus Bordt" userId="05090e4c-78d1-4d27-bb44-8321be35a441" providerId="ADAL" clId="{6EBDC9E9-FC6E-47EF-A769-90C546ADDD22}" dt="2022-11-22T09:28:46.024" v="5061" actId="1076"/>
          <ac:picMkLst>
            <pc:docMk/>
            <pc:sldMk cId="1519769495" sldId="353"/>
            <ac:picMk id="4" creationId="{68F3BE0F-B544-4269-AD77-CCAE330A99C4}"/>
          </ac:picMkLst>
        </pc:picChg>
        <pc:picChg chg="add mod">
          <ac:chgData name="Klaus Bordt" userId="05090e4c-78d1-4d27-bb44-8321be35a441" providerId="ADAL" clId="{6EBDC9E9-FC6E-47EF-A769-90C546ADDD22}" dt="2022-11-22T11:45:12.609" v="5784" actId="14100"/>
          <ac:picMkLst>
            <pc:docMk/>
            <pc:sldMk cId="1519769495" sldId="353"/>
            <ac:picMk id="15" creationId="{93E726ED-9D45-4F8C-AF2B-F5499A578D8A}"/>
          </ac:picMkLst>
        </pc:picChg>
        <pc:cxnChg chg="add mod">
          <ac:chgData name="Klaus Bordt" userId="05090e4c-78d1-4d27-bb44-8321be35a441" providerId="ADAL" clId="{6EBDC9E9-FC6E-47EF-A769-90C546ADDD22}" dt="2022-11-22T09:29:46.713" v="5065" actId="1076"/>
          <ac:cxnSpMkLst>
            <pc:docMk/>
            <pc:sldMk cId="1519769495" sldId="353"/>
            <ac:cxnSpMk id="7" creationId="{946065A9-D3FF-41F3-8EDD-39785158D21E}"/>
          </ac:cxnSpMkLst>
        </pc:cxnChg>
        <pc:cxnChg chg="add mod">
          <ac:chgData name="Klaus Bordt" userId="05090e4c-78d1-4d27-bb44-8321be35a441" providerId="ADAL" clId="{6EBDC9E9-FC6E-47EF-A769-90C546ADDD22}" dt="2022-11-22T09:30:04.993" v="5067" actId="1076"/>
          <ac:cxnSpMkLst>
            <pc:docMk/>
            <pc:sldMk cId="1519769495" sldId="353"/>
            <ac:cxnSpMk id="13" creationId="{8F9E973E-12C5-43A1-B729-18918BE0EC15}"/>
          </ac:cxnSpMkLst>
        </pc:cxnChg>
      </pc:sldChg>
      <pc:sldChg chg="delSp modSp mod">
        <pc:chgData name="Klaus Bordt" userId="05090e4c-78d1-4d27-bb44-8321be35a441" providerId="ADAL" clId="{6EBDC9E9-FC6E-47EF-A769-90C546ADDD22}" dt="2022-11-23T07:22:02.808" v="6833" actId="20577"/>
        <pc:sldMkLst>
          <pc:docMk/>
          <pc:sldMk cId="1025243519" sldId="354"/>
        </pc:sldMkLst>
        <pc:spChg chg="mod">
          <ac:chgData name="Klaus Bordt" userId="05090e4c-78d1-4d27-bb44-8321be35a441" providerId="ADAL" clId="{6EBDC9E9-FC6E-47EF-A769-90C546ADDD22}" dt="2022-11-22T08:02:54.107" v="4190" actId="20577"/>
          <ac:spMkLst>
            <pc:docMk/>
            <pc:sldMk cId="1025243519" sldId="354"/>
            <ac:spMk id="2" creationId="{1FF9F0B1-D9D3-497F-828D-B6964315999A}"/>
          </ac:spMkLst>
        </pc:spChg>
        <pc:spChg chg="del">
          <ac:chgData name="Klaus Bordt" userId="05090e4c-78d1-4d27-bb44-8321be35a441" providerId="ADAL" clId="{6EBDC9E9-FC6E-47EF-A769-90C546ADDD22}" dt="2022-11-22T07:52:59.025" v="4128" actId="478"/>
          <ac:spMkLst>
            <pc:docMk/>
            <pc:sldMk cId="1025243519" sldId="354"/>
            <ac:spMk id="3" creationId="{999E600F-DCB0-4603-9E1F-9CD03A72278E}"/>
          </ac:spMkLst>
        </pc:spChg>
        <pc:spChg chg="mod">
          <ac:chgData name="Klaus Bordt" userId="05090e4c-78d1-4d27-bb44-8321be35a441" providerId="ADAL" clId="{6EBDC9E9-FC6E-47EF-A769-90C546ADDD22}" dt="2022-11-21T08:34:59.358" v="550" actId="20577"/>
          <ac:spMkLst>
            <pc:docMk/>
            <pc:sldMk cId="1025243519" sldId="354"/>
            <ac:spMk id="4" creationId="{34F553C8-9868-4ABA-8B0F-C7F671FACFBD}"/>
          </ac:spMkLst>
        </pc:spChg>
        <pc:spChg chg="mod">
          <ac:chgData name="Klaus Bordt" userId="05090e4c-78d1-4d27-bb44-8321be35a441" providerId="ADAL" clId="{6EBDC9E9-FC6E-47EF-A769-90C546ADDD22}" dt="2022-11-23T07:22:02.808" v="6833" actId="20577"/>
          <ac:spMkLst>
            <pc:docMk/>
            <pc:sldMk cId="1025243519" sldId="354"/>
            <ac:spMk id="5" creationId="{B011A9B8-2150-49B4-A094-AB5006684A68}"/>
          </ac:spMkLst>
        </pc:spChg>
      </pc:sldChg>
      <pc:sldChg chg="delSp modSp mod">
        <pc:chgData name="Klaus Bordt" userId="05090e4c-78d1-4d27-bb44-8321be35a441" providerId="ADAL" clId="{6EBDC9E9-FC6E-47EF-A769-90C546ADDD22}" dt="2022-11-22T12:23:30.576" v="6313" actId="20577"/>
        <pc:sldMkLst>
          <pc:docMk/>
          <pc:sldMk cId="1240358577" sldId="355"/>
        </pc:sldMkLst>
        <pc:spChg chg="mod">
          <ac:chgData name="Klaus Bordt" userId="05090e4c-78d1-4d27-bb44-8321be35a441" providerId="ADAL" clId="{6EBDC9E9-FC6E-47EF-A769-90C546ADDD22}" dt="2022-11-22T08:01:59.074" v="4171" actId="20577"/>
          <ac:spMkLst>
            <pc:docMk/>
            <pc:sldMk cId="1240358577" sldId="355"/>
            <ac:spMk id="2" creationId="{476AD30A-B5C4-4025-B7AD-9A4A253D5849}"/>
          </ac:spMkLst>
        </pc:spChg>
        <pc:spChg chg="del">
          <ac:chgData name="Klaus Bordt" userId="05090e4c-78d1-4d27-bb44-8321be35a441" providerId="ADAL" clId="{6EBDC9E9-FC6E-47EF-A769-90C546ADDD22}" dt="2022-11-21T14:11:53.425" v="3875" actId="478"/>
          <ac:spMkLst>
            <pc:docMk/>
            <pc:sldMk cId="1240358577" sldId="355"/>
            <ac:spMk id="3" creationId="{D886DEBF-D38C-4352-9511-5EAC30F6FACC}"/>
          </ac:spMkLst>
        </pc:spChg>
        <pc:spChg chg="del">
          <ac:chgData name="Klaus Bordt" userId="05090e4c-78d1-4d27-bb44-8321be35a441" providerId="ADAL" clId="{6EBDC9E9-FC6E-47EF-A769-90C546ADDD22}" dt="2022-11-21T14:11:52.177" v="3874" actId="478"/>
          <ac:spMkLst>
            <pc:docMk/>
            <pc:sldMk cId="1240358577" sldId="355"/>
            <ac:spMk id="4" creationId="{8E8BA5A5-75F1-41F0-8635-EF566B3B5DDB}"/>
          </ac:spMkLst>
        </pc:spChg>
        <pc:spChg chg="mod">
          <ac:chgData name="Klaus Bordt" userId="05090e4c-78d1-4d27-bb44-8321be35a441" providerId="ADAL" clId="{6EBDC9E9-FC6E-47EF-A769-90C546ADDD22}" dt="2022-11-22T12:23:30.576" v="6313" actId="20577"/>
          <ac:spMkLst>
            <pc:docMk/>
            <pc:sldMk cId="1240358577" sldId="355"/>
            <ac:spMk id="10" creationId="{0DC3D3A5-3E62-45DB-9058-665F8BE8EDB0}"/>
          </ac:spMkLst>
        </pc:spChg>
        <pc:spChg chg="mod">
          <ac:chgData name="Klaus Bordt" userId="05090e4c-78d1-4d27-bb44-8321be35a441" providerId="ADAL" clId="{6EBDC9E9-FC6E-47EF-A769-90C546ADDD22}" dt="2022-11-22T11:58:51.032" v="5928" actId="12"/>
          <ac:spMkLst>
            <pc:docMk/>
            <pc:sldMk cId="1240358577" sldId="355"/>
            <ac:spMk id="14" creationId="{FD5A365B-C900-452A-BDD1-D7583CB3EA82}"/>
          </ac:spMkLst>
        </pc:spChg>
      </pc:sldChg>
      <pc:sldChg chg="addSp delSp modSp add del mod">
        <pc:chgData name="Klaus Bordt" userId="05090e4c-78d1-4d27-bb44-8321be35a441" providerId="ADAL" clId="{6EBDC9E9-FC6E-47EF-A769-90C546ADDD22}" dt="2022-11-22T11:41:17.489" v="5609" actId="1076"/>
        <pc:sldMkLst>
          <pc:docMk/>
          <pc:sldMk cId="4266362494" sldId="356"/>
        </pc:sldMkLst>
        <pc:spChg chg="mod">
          <ac:chgData name="Klaus Bordt" userId="05090e4c-78d1-4d27-bb44-8321be35a441" providerId="ADAL" clId="{6EBDC9E9-FC6E-47EF-A769-90C546ADDD22}" dt="2022-11-22T08:02:47.516" v="4188" actId="20577"/>
          <ac:spMkLst>
            <pc:docMk/>
            <pc:sldMk cId="4266362494" sldId="356"/>
            <ac:spMk id="2" creationId="{476AD30A-B5C4-4025-B7AD-9A4A253D5849}"/>
          </ac:spMkLst>
        </pc:spChg>
        <pc:spChg chg="del">
          <ac:chgData name="Klaus Bordt" userId="05090e4c-78d1-4d27-bb44-8321be35a441" providerId="ADAL" clId="{6EBDC9E9-FC6E-47EF-A769-90C546ADDD22}" dt="2022-11-21T14:17:25.842" v="4084" actId="478"/>
          <ac:spMkLst>
            <pc:docMk/>
            <pc:sldMk cId="4266362494" sldId="356"/>
            <ac:spMk id="3" creationId="{D886DEBF-D38C-4352-9511-5EAC30F6FACC}"/>
          </ac:spMkLst>
        </pc:spChg>
        <pc:spChg chg="del">
          <ac:chgData name="Klaus Bordt" userId="05090e4c-78d1-4d27-bb44-8321be35a441" providerId="ADAL" clId="{6EBDC9E9-FC6E-47EF-A769-90C546ADDD22}" dt="2022-11-21T14:17:24.618" v="4083" actId="478"/>
          <ac:spMkLst>
            <pc:docMk/>
            <pc:sldMk cId="4266362494" sldId="356"/>
            <ac:spMk id="4" creationId="{8E8BA5A5-75F1-41F0-8635-EF566B3B5DDB}"/>
          </ac:spMkLst>
        </pc:spChg>
        <pc:spChg chg="add del mod">
          <ac:chgData name="Klaus Bordt" userId="05090e4c-78d1-4d27-bb44-8321be35a441" providerId="ADAL" clId="{6EBDC9E9-FC6E-47EF-A769-90C546ADDD22}" dt="2022-11-22T09:42:27.807" v="5132" actId="478"/>
          <ac:spMkLst>
            <pc:docMk/>
            <pc:sldMk cId="4266362494" sldId="356"/>
            <ac:spMk id="4" creationId="{D9C8993D-EBA2-4438-B60C-96CDA28B159D}"/>
          </ac:spMkLst>
        </pc:spChg>
        <pc:spChg chg="mod">
          <ac:chgData name="Klaus Bordt" userId="05090e4c-78d1-4d27-bb44-8321be35a441" providerId="ADAL" clId="{6EBDC9E9-FC6E-47EF-A769-90C546ADDD22}" dt="2022-11-22T09:45:29.519" v="5248" actId="20577"/>
          <ac:spMkLst>
            <pc:docMk/>
            <pc:sldMk cId="4266362494" sldId="356"/>
            <ac:spMk id="10" creationId="{0DC3D3A5-3E62-45DB-9058-665F8BE8EDB0}"/>
          </ac:spMkLst>
        </pc:spChg>
        <pc:spChg chg="del mod">
          <ac:chgData name="Klaus Bordt" userId="05090e4c-78d1-4d27-bb44-8321be35a441" providerId="ADAL" clId="{6EBDC9E9-FC6E-47EF-A769-90C546ADDD22}" dt="2022-11-22T09:42:25.478" v="5131" actId="478"/>
          <ac:spMkLst>
            <pc:docMk/>
            <pc:sldMk cId="4266362494" sldId="356"/>
            <ac:spMk id="14" creationId="{FD5A365B-C900-452A-BDD1-D7583CB3EA82}"/>
          </ac:spMkLst>
        </pc:spChg>
        <pc:picChg chg="add mod">
          <ac:chgData name="Klaus Bordt" userId="05090e4c-78d1-4d27-bb44-8321be35a441" providerId="ADAL" clId="{6EBDC9E9-FC6E-47EF-A769-90C546ADDD22}" dt="2022-11-22T11:41:17.489" v="5609" actId="1076"/>
          <ac:picMkLst>
            <pc:docMk/>
            <pc:sldMk cId="4266362494" sldId="356"/>
            <ac:picMk id="7" creationId="{51550990-962E-4687-808A-0F2B8EF4BDA0}"/>
          </ac:picMkLst>
        </pc:picChg>
        <pc:picChg chg="add mod">
          <ac:chgData name="Klaus Bordt" userId="05090e4c-78d1-4d27-bb44-8321be35a441" providerId="ADAL" clId="{6EBDC9E9-FC6E-47EF-A769-90C546ADDD22}" dt="2022-11-22T09:44:59.491" v="5192" actId="14100"/>
          <ac:picMkLst>
            <pc:docMk/>
            <pc:sldMk cId="4266362494" sldId="356"/>
            <ac:picMk id="12" creationId="{2A77FCF2-A2BE-4EEA-A93C-49FA7A9F870C}"/>
          </ac:picMkLst>
        </pc:picChg>
      </pc:sldChg>
      <pc:sldChg chg="addSp delSp modSp mod">
        <pc:chgData name="Klaus Bordt" userId="05090e4c-78d1-4d27-bb44-8321be35a441" providerId="ADAL" clId="{6EBDC9E9-FC6E-47EF-A769-90C546ADDD22}" dt="2022-11-22T11:45:43.927" v="5799" actId="6549"/>
        <pc:sldMkLst>
          <pc:docMk/>
          <pc:sldMk cId="2105459199" sldId="357"/>
        </pc:sldMkLst>
        <pc:spChg chg="mod">
          <ac:chgData name="Klaus Bordt" userId="05090e4c-78d1-4d27-bb44-8321be35a441" providerId="ADAL" clId="{6EBDC9E9-FC6E-47EF-A769-90C546ADDD22}" dt="2022-11-22T08:02:16.496" v="4174" actId="20577"/>
          <ac:spMkLst>
            <pc:docMk/>
            <pc:sldMk cId="2105459199" sldId="357"/>
            <ac:spMk id="2" creationId="{476AD30A-B5C4-4025-B7AD-9A4A253D5849}"/>
          </ac:spMkLst>
        </pc:spChg>
        <pc:spChg chg="del">
          <ac:chgData name="Klaus Bordt" userId="05090e4c-78d1-4d27-bb44-8321be35a441" providerId="ADAL" clId="{6EBDC9E9-FC6E-47EF-A769-90C546ADDD22}" dt="2022-11-21T07:59:54.990" v="235" actId="478"/>
          <ac:spMkLst>
            <pc:docMk/>
            <pc:sldMk cId="2105459199" sldId="357"/>
            <ac:spMk id="3" creationId="{D886DEBF-D38C-4352-9511-5EAC30F6FACC}"/>
          </ac:spMkLst>
        </pc:spChg>
        <pc:spChg chg="del">
          <ac:chgData name="Klaus Bordt" userId="05090e4c-78d1-4d27-bb44-8321be35a441" providerId="ADAL" clId="{6EBDC9E9-FC6E-47EF-A769-90C546ADDD22}" dt="2022-11-21T07:59:57.512" v="236" actId="478"/>
          <ac:spMkLst>
            <pc:docMk/>
            <pc:sldMk cId="2105459199" sldId="357"/>
            <ac:spMk id="4" creationId="{8E8BA5A5-75F1-41F0-8635-EF566B3B5DDB}"/>
          </ac:spMkLst>
        </pc:spChg>
        <pc:spChg chg="mod">
          <ac:chgData name="Klaus Bordt" userId="05090e4c-78d1-4d27-bb44-8321be35a441" providerId="ADAL" clId="{6EBDC9E9-FC6E-47EF-A769-90C546ADDD22}" dt="2022-11-22T11:45:43.927" v="5799" actId="6549"/>
          <ac:spMkLst>
            <pc:docMk/>
            <pc:sldMk cId="2105459199" sldId="357"/>
            <ac:spMk id="10" creationId="{0DC3D3A5-3E62-45DB-9058-665F8BE8EDB0}"/>
          </ac:spMkLst>
        </pc:spChg>
        <pc:spChg chg="mod">
          <ac:chgData name="Klaus Bordt" userId="05090e4c-78d1-4d27-bb44-8321be35a441" providerId="ADAL" clId="{6EBDC9E9-FC6E-47EF-A769-90C546ADDD22}" dt="2022-11-21T07:52:40.737" v="122" actId="20577"/>
          <ac:spMkLst>
            <pc:docMk/>
            <pc:sldMk cId="2105459199" sldId="357"/>
            <ac:spMk id="14" creationId="{FD5A365B-C900-452A-BDD1-D7583CB3EA82}"/>
          </ac:spMkLst>
        </pc:spChg>
        <pc:picChg chg="add mod">
          <ac:chgData name="Klaus Bordt" userId="05090e4c-78d1-4d27-bb44-8321be35a441" providerId="ADAL" clId="{6EBDC9E9-FC6E-47EF-A769-90C546ADDD22}" dt="2022-11-21T07:58:46.788" v="230" actId="1076"/>
          <ac:picMkLst>
            <pc:docMk/>
            <pc:sldMk cId="2105459199" sldId="357"/>
            <ac:picMk id="7" creationId="{7DC32300-BD62-4EA4-9B83-75855391DD81}"/>
          </ac:picMkLst>
        </pc:picChg>
        <pc:picChg chg="add del mod">
          <ac:chgData name="Klaus Bordt" userId="05090e4c-78d1-4d27-bb44-8321be35a441" providerId="ADAL" clId="{6EBDC9E9-FC6E-47EF-A769-90C546ADDD22}" dt="2022-11-21T14:12:29.217" v="3905" actId="478"/>
          <ac:picMkLst>
            <pc:docMk/>
            <pc:sldMk cId="2105459199" sldId="357"/>
            <ac:picMk id="12" creationId="{B38B7389-5AFC-4226-BA30-080EB4369D10}"/>
          </ac:picMkLst>
        </pc:picChg>
        <pc:picChg chg="add mod">
          <ac:chgData name="Klaus Bordt" userId="05090e4c-78d1-4d27-bb44-8321be35a441" providerId="ADAL" clId="{6EBDC9E9-FC6E-47EF-A769-90C546ADDD22}" dt="2022-11-21T14:13:39.630" v="4006" actId="1076"/>
          <ac:picMkLst>
            <pc:docMk/>
            <pc:sldMk cId="2105459199" sldId="357"/>
            <ac:picMk id="1026" creationId="{E0DEAAA0-1F48-4E3E-BB1E-1D6141374A76}"/>
          </ac:picMkLst>
        </pc:picChg>
      </pc:sldChg>
      <pc:sldChg chg="delSp modSp add mod">
        <pc:chgData name="Klaus Bordt" userId="05090e4c-78d1-4d27-bb44-8321be35a441" providerId="ADAL" clId="{6EBDC9E9-FC6E-47EF-A769-90C546ADDD22}" dt="2022-11-23T07:26:23.722" v="6884" actId="20577"/>
        <pc:sldMkLst>
          <pc:docMk/>
          <pc:sldMk cId="3898341446" sldId="358"/>
        </pc:sldMkLst>
        <pc:spChg chg="mod">
          <ac:chgData name="Klaus Bordt" userId="05090e4c-78d1-4d27-bb44-8321be35a441" providerId="ADAL" clId="{6EBDC9E9-FC6E-47EF-A769-90C546ADDD22}" dt="2022-11-22T08:02:57.060" v="4191" actId="20577"/>
          <ac:spMkLst>
            <pc:docMk/>
            <pc:sldMk cId="3898341446" sldId="358"/>
            <ac:spMk id="2" creationId="{1FF9F0B1-D9D3-497F-828D-B6964315999A}"/>
          </ac:spMkLst>
        </pc:spChg>
        <pc:spChg chg="del">
          <ac:chgData name="Klaus Bordt" userId="05090e4c-78d1-4d27-bb44-8321be35a441" providerId="ADAL" clId="{6EBDC9E9-FC6E-47EF-A769-90C546ADDD22}" dt="2022-11-21T08:38:46.498" v="649" actId="478"/>
          <ac:spMkLst>
            <pc:docMk/>
            <pc:sldMk cId="3898341446" sldId="358"/>
            <ac:spMk id="3" creationId="{999E600F-DCB0-4603-9E1F-9CD03A72278E}"/>
          </ac:spMkLst>
        </pc:spChg>
        <pc:spChg chg="mod">
          <ac:chgData name="Klaus Bordt" userId="05090e4c-78d1-4d27-bb44-8321be35a441" providerId="ADAL" clId="{6EBDC9E9-FC6E-47EF-A769-90C546ADDD22}" dt="2022-11-21T08:35:48.053" v="571" actId="20577"/>
          <ac:spMkLst>
            <pc:docMk/>
            <pc:sldMk cId="3898341446" sldId="358"/>
            <ac:spMk id="4" creationId="{34F553C8-9868-4ABA-8B0F-C7F671FACFBD}"/>
          </ac:spMkLst>
        </pc:spChg>
        <pc:spChg chg="mod">
          <ac:chgData name="Klaus Bordt" userId="05090e4c-78d1-4d27-bb44-8321be35a441" providerId="ADAL" clId="{6EBDC9E9-FC6E-47EF-A769-90C546ADDD22}" dt="2022-11-23T07:26:23.722" v="6884" actId="20577"/>
          <ac:spMkLst>
            <pc:docMk/>
            <pc:sldMk cId="3898341446" sldId="358"/>
            <ac:spMk id="5" creationId="{B011A9B8-2150-49B4-A094-AB5006684A68}"/>
          </ac:spMkLst>
        </pc:spChg>
      </pc:sldChg>
      <pc:sldChg chg="addSp modSp add mod">
        <pc:chgData name="Klaus Bordt" userId="05090e4c-78d1-4d27-bb44-8321be35a441" providerId="ADAL" clId="{6EBDC9E9-FC6E-47EF-A769-90C546ADDD22}" dt="2022-11-22T12:29:38.761" v="6533" actId="20577"/>
        <pc:sldMkLst>
          <pc:docMk/>
          <pc:sldMk cId="2910896213" sldId="359"/>
        </pc:sldMkLst>
        <pc:spChg chg="mod">
          <ac:chgData name="Klaus Bordt" userId="05090e4c-78d1-4d27-bb44-8321be35a441" providerId="ADAL" clId="{6EBDC9E9-FC6E-47EF-A769-90C546ADDD22}" dt="2022-11-22T08:02:32.268" v="4181" actId="20577"/>
          <ac:spMkLst>
            <pc:docMk/>
            <pc:sldMk cId="2910896213" sldId="359"/>
            <ac:spMk id="2" creationId="{1FF9F0B1-D9D3-497F-828D-B6964315999A}"/>
          </ac:spMkLst>
        </pc:spChg>
        <pc:spChg chg="mod">
          <ac:chgData name="Klaus Bordt" userId="05090e4c-78d1-4d27-bb44-8321be35a441" providerId="ADAL" clId="{6EBDC9E9-FC6E-47EF-A769-90C546ADDD22}" dt="2022-11-22T12:29:38.761" v="6533" actId="20577"/>
          <ac:spMkLst>
            <pc:docMk/>
            <pc:sldMk cId="2910896213" sldId="359"/>
            <ac:spMk id="3" creationId="{999E600F-DCB0-4603-9E1F-9CD03A72278E}"/>
          </ac:spMkLst>
        </pc:spChg>
        <pc:spChg chg="mod">
          <ac:chgData name="Klaus Bordt" userId="05090e4c-78d1-4d27-bb44-8321be35a441" providerId="ADAL" clId="{6EBDC9E9-FC6E-47EF-A769-90C546ADDD22}" dt="2022-11-21T08:39:29.490" v="655" actId="20577"/>
          <ac:spMkLst>
            <pc:docMk/>
            <pc:sldMk cId="2910896213" sldId="359"/>
            <ac:spMk id="4" creationId="{34F553C8-9868-4ABA-8B0F-C7F671FACFBD}"/>
          </ac:spMkLst>
        </pc:spChg>
        <pc:spChg chg="mod">
          <ac:chgData name="Klaus Bordt" userId="05090e4c-78d1-4d27-bb44-8321be35a441" providerId="ADAL" clId="{6EBDC9E9-FC6E-47EF-A769-90C546ADDD22}" dt="2022-11-22T12:25:42.506" v="6345" actId="20577"/>
          <ac:spMkLst>
            <pc:docMk/>
            <pc:sldMk cId="2910896213" sldId="359"/>
            <ac:spMk id="5" creationId="{B011A9B8-2150-49B4-A094-AB5006684A68}"/>
          </ac:spMkLst>
        </pc:spChg>
        <pc:picChg chg="add mod">
          <ac:chgData name="Klaus Bordt" userId="05090e4c-78d1-4d27-bb44-8321be35a441" providerId="ADAL" clId="{6EBDC9E9-FC6E-47EF-A769-90C546ADDD22}" dt="2022-11-21T10:37:32.774" v="2414" actId="14100"/>
          <ac:picMkLst>
            <pc:docMk/>
            <pc:sldMk cId="2910896213" sldId="359"/>
            <ac:picMk id="9" creationId="{FAAA6391-CC39-4404-93F9-9BC8BEC40547}"/>
          </ac:picMkLst>
        </pc:picChg>
      </pc:sldChg>
      <pc:sldChg chg="new ord">
        <pc:chgData name="Klaus Bordt" userId="05090e4c-78d1-4d27-bb44-8321be35a441" providerId="ADAL" clId="{6EBDC9E9-FC6E-47EF-A769-90C546ADDD22}" dt="2022-11-22T09:45:45.893" v="5250"/>
        <pc:sldMkLst>
          <pc:docMk/>
          <pc:sldMk cId="3802407320" sldId="360"/>
        </pc:sldMkLst>
      </pc:sldChg>
      <pc:sldChg chg="addSp delSp modSp add mod ord">
        <pc:chgData name="Klaus Bordt" userId="05090e4c-78d1-4d27-bb44-8321be35a441" providerId="ADAL" clId="{6EBDC9E9-FC6E-47EF-A769-90C546ADDD22}" dt="2022-11-22T12:22:00.653" v="6308" actId="20577"/>
        <pc:sldMkLst>
          <pc:docMk/>
          <pc:sldMk cId="3415511347" sldId="361"/>
        </pc:sldMkLst>
        <pc:spChg chg="mod">
          <ac:chgData name="Klaus Bordt" userId="05090e4c-78d1-4d27-bb44-8321be35a441" providerId="ADAL" clId="{6EBDC9E9-FC6E-47EF-A769-90C546ADDD22}" dt="2022-11-22T08:01:51.644" v="4170" actId="20577"/>
          <ac:spMkLst>
            <pc:docMk/>
            <pc:sldMk cId="3415511347" sldId="361"/>
            <ac:spMk id="2" creationId="{1FF9F0B1-D9D3-497F-828D-B6964315999A}"/>
          </ac:spMkLst>
        </pc:spChg>
        <pc:spChg chg="mod">
          <ac:chgData name="Klaus Bordt" userId="05090e4c-78d1-4d27-bb44-8321be35a441" providerId="ADAL" clId="{6EBDC9E9-FC6E-47EF-A769-90C546ADDD22}" dt="2022-11-22T12:21:18.116" v="6274" actId="1076"/>
          <ac:spMkLst>
            <pc:docMk/>
            <pc:sldMk cId="3415511347" sldId="361"/>
            <ac:spMk id="3" creationId="{999E600F-DCB0-4603-9E1F-9CD03A72278E}"/>
          </ac:spMkLst>
        </pc:spChg>
        <pc:spChg chg="mod">
          <ac:chgData name="Klaus Bordt" userId="05090e4c-78d1-4d27-bb44-8321be35a441" providerId="ADAL" clId="{6EBDC9E9-FC6E-47EF-A769-90C546ADDD22}" dt="2022-11-21T08:57:29.994" v="677" actId="20577"/>
          <ac:spMkLst>
            <pc:docMk/>
            <pc:sldMk cId="3415511347" sldId="361"/>
            <ac:spMk id="4" creationId="{34F553C8-9868-4ABA-8B0F-C7F671FACFBD}"/>
          </ac:spMkLst>
        </pc:spChg>
        <pc:spChg chg="mod">
          <ac:chgData name="Klaus Bordt" userId="05090e4c-78d1-4d27-bb44-8321be35a441" providerId="ADAL" clId="{6EBDC9E9-FC6E-47EF-A769-90C546ADDD22}" dt="2022-11-22T12:22:00.653" v="6308" actId="20577"/>
          <ac:spMkLst>
            <pc:docMk/>
            <pc:sldMk cId="3415511347" sldId="361"/>
            <ac:spMk id="5" creationId="{B011A9B8-2150-49B4-A094-AB5006684A68}"/>
          </ac:spMkLst>
        </pc:spChg>
        <pc:spChg chg="add mod">
          <ac:chgData name="Klaus Bordt" userId="05090e4c-78d1-4d27-bb44-8321be35a441" providerId="ADAL" clId="{6EBDC9E9-FC6E-47EF-A769-90C546ADDD22}" dt="2022-11-22T12:21:21.597" v="6275" actId="1076"/>
          <ac:spMkLst>
            <pc:docMk/>
            <pc:sldMk cId="3415511347" sldId="361"/>
            <ac:spMk id="8" creationId="{EFB54852-F46B-4E47-B2E1-E004E0B8DAA3}"/>
          </ac:spMkLst>
        </pc:spChg>
        <pc:picChg chg="add del">
          <ac:chgData name="Klaus Bordt" userId="05090e4c-78d1-4d27-bb44-8321be35a441" providerId="ADAL" clId="{6EBDC9E9-FC6E-47EF-A769-90C546ADDD22}" dt="2022-11-22T08:01:41.695" v="4151" actId="22"/>
          <ac:picMkLst>
            <pc:docMk/>
            <pc:sldMk cId="3415511347" sldId="361"/>
            <ac:picMk id="9" creationId="{09B388F1-11E4-4FBB-A560-EAF46316808B}"/>
          </ac:picMkLst>
        </pc:picChg>
      </pc:sldChg>
      <pc:sldChg chg="addSp delSp modSp new mod">
        <pc:chgData name="Klaus Bordt" userId="05090e4c-78d1-4d27-bb44-8321be35a441" providerId="ADAL" clId="{6EBDC9E9-FC6E-47EF-A769-90C546ADDD22}" dt="2022-11-22T12:03:38.351" v="5934" actId="20577"/>
        <pc:sldMkLst>
          <pc:docMk/>
          <pc:sldMk cId="2139750725" sldId="362"/>
        </pc:sldMkLst>
        <pc:spChg chg="mod">
          <ac:chgData name="Klaus Bordt" userId="05090e4c-78d1-4d27-bb44-8321be35a441" providerId="ADAL" clId="{6EBDC9E9-FC6E-47EF-A769-90C546ADDD22}" dt="2022-11-21T09:52:53.555" v="1220" actId="20577"/>
          <ac:spMkLst>
            <pc:docMk/>
            <pc:sldMk cId="2139750725" sldId="362"/>
            <ac:spMk id="2" creationId="{F79EDCAB-C26D-4648-9472-B14214838793}"/>
          </ac:spMkLst>
        </pc:spChg>
        <pc:spChg chg="del">
          <ac:chgData name="Klaus Bordt" userId="05090e4c-78d1-4d27-bb44-8321be35a441" providerId="ADAL" clId="{6EBDC9E9-FC6E-47EF-A769-90C546ADDD22}" dt="2022-11-21T10:14:50.725" v="1550" actId="478"/>
          <ac:spMkLst>
            <pc:docMk/>
            <pc:sldMk cId="2139750725" sldId="362"/>
            <ac:spMk id="3" creationId="{1C78C914-4BF9-4F24-BC21-034D9EC2BDFD}"/>
          </ac:spMkLst>
        </pc:spChg>
        <pc:spChg chg="mod">
          <ac:chgData name="Klaus Bordt" userId="05090e4c-78d1-4d27-bb44-8321be35a441" providerId="ADAL" clId="{6EBDC9E9-FC6E-47EF-A769-90C546ADDD22}" dt="2022-11-22T11:51:15.528" v="5816" actId="255"/>
          <ac:spMkLst>
            <pc:docMk/>
            <pc:sldMk cId="2139750725" sldId="362"/>
            <ac:spMk id="4" creationId="{723BD95E-D3D0-44A8-A095-5D866C1974C5}"/>
          </ac:spMkLst>
        </pc:spChg>
        <pc:spChg chg="mod">
          <ac:chgData name="Klaus Bordt" userId="05090e4c-78d1-4d27-bb44-8321be35a441" providerId="ADAL" clId="{6EBDC9E9-FC6E-47EF-A769-90C546ADDD22}" dt="2022-11-22T12:03:38.351" v="5934" actId="20577"/>
          <ac:spMkLst>
            <pc:docMk/>
            <pc:sldMk cId="2139750725" sldId="362"/>
            <ac:spMk id="5" creationId="{6605FF07-39D6-4005-B54B-5E93CC4C9B79}"/>
          </ac:spMkLst>
        </pc:spChg>
        <pc:spChg chg="add mod">
          <ac:chgData name="Klaus Bordt" userId="05090e4c-78d1-4d27-bb44-8321be35a441" providerId="ADAL" clId="{6EBDC9E9-FC6E-47EF-A769-90C546ADDD22}" dt="2022-11-22T11:51:20.305" v="5817" actId="255"/>
          <ac:spMkLst>
            <pc:docMk/>
            <pc:sldMk cId="2139750725" sldId="362"/>
            <ac:spMk id="8" creationId="{2046EE14-F751-4D01-925E-17CAE073E46E}"/>
          </ac:spMkLst>
        </pc:spChg>
        <pc:spChg chg="add del mod">
          <ac:chgData name="Klaus Bordt" userId="05090e4c-78d1-4d27-bb44-8321be35a441" providerId="ADAL" clId="{6EBDC9E9-FC6E-47EF-A769-90C546ADDD22}" dt="2022-11-21T10:05:30.813" v="1412"/>
          <ac:spMkLst>
            <pc:docMk/>
            <pc:sldMk cId="2139750725" sldId="362"/>
            <ac:spMk id="9" creationId="{703B19C9-0C79-43F0-9324-4C72F49A11DB}"/>
          </ac:spMkLst>
        </pc:spChg>
        <pc:spChg chg="add del mod">
          <ac:chgData name="Klaus Bordt" userId="05090e4c-78d1-4d27-bb44-8321be35a441" providerId="ADAL" clId="{6EBDC9E9-FC6E-47EF-A769-90C546ADDD22}" dt="2022-11-21T10:05:35.757" v="1414"/>
          <ac:spMkLst>
            <pc:docMk/>
            <pc:sldMk cId="2139750725" sldId="362"/>
            <ac:spMk id="10" creationId="{DCEC4FA4-7140-4DCC-9307-8B44846B982C}"/>
          </ac:spMkLst>
        </pc:spChg>
        <pc:spChg chg="add mod">
          <ac:chgData name="Klaus Bordt" userId="05090e4c-78d1-4d27-bb44-8321be35a441" providerId="ADAL" clId="{6EBDC9E9-FC6E-47EF-A769-90C546ADDD22}" dt="2022-11-22T11:42:36.356" v="5673" actId="20577"/>
          <ac:spMkLst>
            <pc:docMk/>
            <pc:sldMk cId="2139750725" sldId="362"/>
            <ac:spMk id="11" creationId="{3A84033E-1794-4AAA-98E5-C97D2B471B40}"/>
          </ac:spMkLst>
        </pc:spChg>
      </pc:sldChg>
      <pc:sldChg chg="addSp delSp modSp new mod">
        <pc:chgData name="Klaus Bordt" userId="05090e4c-78d1-4d27-bb44-8321be35a441" providerId="ADAL" clId="{6EBDC9E9-FC6E-47EF-A769-90C546ADDD22}" dt="2022-11-22T12:09:48.886" v="6044" actId="20577"/>
        <pc:sldMkLst>
          <pc:docMk/>
          <pc:sldMk cId="3110984818" sldId="363"/>
        </pc:sldMkLst>
        <pc:spChg chg="mod">
          <ac:chgData name="Klaus Bordt" userId="05090e4c-78d1-4d27-bb44-8321be35a441" providerId="ADAL" clId="{6EBDC9E9-FC6E-47EF-A769-90C546ADDD22}" dt="2022-11-22T08:00:55.795" v="4146" actId="20577"/>
          <ac:spMkLst>
            <pc:docMk/>
            <pc:sldMk cId="3110984818" sldId="363"/>
            <ac:spMk id="2" creationId="{8755DAE5-7E12-4C5A-BCD2-750086087B91}"/>
          </ac:spMkLst>
        </pc:spChg>
        <pc:spChg chg="mod">
          <ac:chgData name="Klaus Bordt" userId="05090e4c-78d1-4d27-bb44-8321be35a441" providerId="ADAL" clId="{6EBDC9E9-FC6E-47EF-A769-90C546ADDD22}" dt="2022-11-22T12:09:48.886" v="6044" actId="20577"/>
          <ac:spMkLst>
            <pc:docMk/>
            <pc:sldMk cId="3110984818" sldId="363"/>
            <ac:spMk id="4" creationId="{330C4168-ABFB-4934-BBF3-366BCC969623}"/>
          </ac:spMkLst>
        </pc:spChg>
        <pc:spChg chg="del">
          <ac:chgData name="Klaus Bordt" userId="05090e4c-78d1-4d27-bb44-8321be35a441" providerId="ADAL" clId="{6EBDC9E9-FC6E-47EF-A769-90C546ADDD22}" dt="2022-11-21T10:15:49.354" v="1558" actId="22"/>
          <ac:spMkLst>
            <pc:docMk/>
            <pc:sldMk cId="3110984818" sldId="363"/>
            <ac:spMk id="5" creationId="{D61540DE-131D-459A-8C35-4F4097920EF6}"/>
          </ac:spMkLst>
        </pc:spChg>
        <pc:picChg chg="add mod ord">
          <ac:chgData name="Klaus Bordt" userId="05090e4c-78d1-4d27-bb44-8321be35a441" providerId="ADAL" clId="{6EBDC9E9-FC6E-47EF-A769-90C546ADDD22}" dt="2022-11-21T10:15:55.888" v="1561" actId="1076"/>
          <ac:picMkLst>
            <pc:docMk/>
            <pc:sldMk cId="3110984818" sldId="363"/>
            <ac:picMk id="9" creationId="{42BEFD20-E024-47E4-AA4E-7242A8EB2A7E}"/>
          </ac:picMkLst>
        </pc:picChg>
      </pc:sldChg>
      <pc:sldChg chg="addSp delSp modSp new mod">
        <pc:chgData name="Klaus Bordt" userId="05090e4c-78d1-4d27-bb44-8321be35a441" providerId="ADAL" clId="{6EBDC9E9-FC6E-47EF-A769-90C546ADDD22}" dt="2022-11-22T12:17:05.228" v="6239" actId="20577"/>
        <pc:sldMkLst>
          <pc:docMk/>
          <pc:sldMk cId="2611412660" sldId="364"/>
        </pc:sldMkLst>
        <pc:spChg chg="mod">
          <ac:chgData name="Klaus Bordt" userId="05090e4c-78d1-4d27-bb44-8321be35a441" providerId="ADAL" clId="{6EBDC9E9-FC6E-47EF-A769-90C546ADDD22}" dt="2022-11-22T08:01:00.636" v="4148" actId="20577"/>
          <ac:spMkLst>
            <pc:docMk/>
            <pc:sldMk cId="2611412660" sldId="364"/>
            <ac:spMk id="2" creationId="{94491D91-9FBF-4533-9DE7-4674E75FB536}"/>
          </ac:spMkLst>
        </pc:spChg>
        <pc:spChg chg="mod">
          <ac:chgData name="Klaus Bordt" userId="05090e4c-78d1-4d27-bb44-8321be35a441" providerId="ADAL" clId="{6EBDC9E9-FC6E-47EF-A769-90C546ADDD22}" dt="2022-11-22T12:17:05.228" v="6239" actId="20577"/>
          <ac:spMkLst>
            <pc:docMk/>
            <pc:sldMk cId="2611412660" sldId="364"/>
            <ac:spMk id="3" creationId="{DE299B8B-268A-44E2-B6CF-B584087CE4F7}"/>
          </ac:spMkLst>
        </pc:spChg>
        <pc:spChg chg="del">
          <ac:chgData name="Klaus Bordt" userId="05090e4c-78d1-4d27-bb44-8321be35a441" providerId="ADAL" clId="{6EBDC9E9-FC6E-47EF-A769-90C546ADDD22}" dt="2022-11-21T10:23:48.491" v="1937" actId="22"/>
          <ac:spMkLst>
            <pc:docMk/>
            <pc:sldMk cId="2611412660" sldId="364"/>
            <ac:spMk id="5" creationId="{5FEDAD68-820E-4978-90A4-BDE67F69D59F}"/>
          </ac:spMkLst>
        </pc:spChg>
        <pc:picChg chg="add mod ord">
          <ac:chgData name="Klaus Bordt" userId="05090e4c-78d1-4d27-bb44-8321be35a441" providerId="ADAL" clId="{6EBDC9E9-FC6E-47EF-A769-90C546ADDD22}" dt="2022-11-21T10:24:12.815" v="1945" actId="1076"/>
          <ac:picMkLst>
            <pc:docMk/>
            <pc:sldMk cId="2611412660" sldId="364"/>
            <ac:picMk id="9" creationId="{37A4472A-8AA4-4D7C-A78F-A68F0A9AF167}"/>
          </ac:picMkLst>
        </pc:picChg>
      </pc:sldChg>
      <pc:sldChg chg="new del">
        <pc:chgData name="Klaus Bordt" userId="05090e4c-78d1-4d27-bb44-8321be35a441" providerId="ADAL" clId="{6EBDC9E9-FC6E-47EF-A769-90C546ADDD22}" dt="2022-11-22T08:03:18.461" v="4195" actId="47"/>
        <pc:sldMkLst>
          <pc:docMk/>
          <pc:sldMk cId="395028688" sldId="365"/>
        </pc:sldMkLst>
      </pc:sldChg>
      <pc:sldChg chg="new del">
        <pc:chgData name="Klaus Bordt" userId="05090e4c-78d1-4d27-bb44-8321be35a441" providerId="ADAL" clId="{6EBDC9E9-FC6E-47EF-A769-90C546ADDD22}" dt="2022-11-22T08:03:12.504" v="4193" actId="47"/>
        <pc:sldMkLst>
          <pc:docMk/>
          <pc:sldMk cId="2467156703" sldId="365"/>
        </pc:sldMkLst>
      </pc:sldChg>
      <pc:sldChg chg="addSp delSp modSp new mod">
        <pc:chgData name="Klaus Bordt" userId="05090e4c-78d1-4d27-bb44-8321be35a441" providerId="ADAL" clId="{6EBDC9E9-FC6E-47EF-A769-90C546ADDD22}" dt="2022-11-22T09:07:34.237" v="4729" actId="20577"/>
        <pc:sldMkLst>
          <pc:docMk/>
          <pc:sldMk cId="2631434541" sldId="365"/>
        </pc:sldMkLst>
        <pc:spChg chg="mod">
          <ac:chgData name="Klaus Bordt" userId="05090e4c-78d1-4d27-bb44-8321be35a441" providerId="ADAL" clId="{6EBDC9E9-FC6E-47EF-A769-90C546ADDD22}" dt="2022-11-22T08:55:16.481" v="4463" actId="20577"/>
          <ac:spMkLst>
            <pc:docMk/>
            <pc:sldMk cId="2631434541" sldId="365"/>
            <ac:spMk id="2" creationId="{6471D625-96D7-4CC9-8C7A-28C7C8042D07}"/>
          </ac:spMkLst>
        </pc:spChg>
        <pc:spChg chg="del">
          <ac:chgData name="Klaus Bordt" userId="05090e4c-78d1-4d27-bb44-8321be35a441" providerId="ADAL" clId="{6EBDC9E9-FC6E-47EF-A769-90C546ADDD22}" dt="2022-11-22T09:03:34.580" v="4707" actId="478"/>
          <ac:spMkLst>
            <pc:docMk/>
            <pc:sldMk cId="2631434541" sldId="365"/>
            <ac:spMk id="3" creationId="{58DF2EE8-082A-49F9-94AA-C9FDAA154DA6}"/>
          </ac:spMkLst>
        </pc:spChg>
        <pc:spChg chg="del">
          <ac:chgData name="Klaus Bordt" userId="05090e4c-78d1-4d27-bb44-8321be35a441" providerId="ADAL" clId="{6EBDC9E9-FC6E-47EF-A769-90C546ADDD22}" dt="2022-11-22T09:03:32.337" v="4706" actId="478"/>
          <ac:spMkLst>
            <pc:docMk/>
            <pc:sldMk cId="2631434541" sldId="365"/>
            <ac:spMk id="4" creationId="{D67C0B5C-5219-4576-9342-A52568456263}"/>
          </ac:spMkLst>
        </pc:spChg>
        <pc:spChg chg="mod">
          <ac:chgData name="Klaus Bordt" userId="05090e4c-78d1-4d27-bb44-8321be35a441" providerId="ADAL" clId="{6EBDC9E9-FC6E-47EF-A769-90C546ADDD22}" dt="2022-11-22T09:07:34.237" v="4729" actId="20577"/>
          <ac:spMkLst>
            <pc:docMk/>
            <pc:sldMk cId="2631434541" sldId="365"/>
            <ac:spMk id="5" creationId="{68068193-9F97-4CBB-889E-D11FB7FB8B8B}"/>
          </ac:spMkLst>
        </pc:spChg>
        <pc:spChg chg="mod">
          <ac:chgData name="Klaus Bordt" userId="05090e4c-78d1-4d27-bb44-8321be35a441" providerId="ADAL" clId="{6EBDC9E9-FC6E-47EF-A769-90C546ADDD22}" dt="2022-11-22T09:06:46.529" v="4708" actId="6549"/>
          <ac:spMkLst>
            <pc:docMk/>
            <pc:sldMk cId="2631434541" sldId="365"/>
            <ac:spMk id="6" creationId="{199CA70F-3CC3-44F8-A291-7699E1A6126C}"/>
          </ac:spMkLst>
        </pc:spChg>
        <pc:spChg chg="del">
          <ac:chgData name="Klaus Bordt" userId="05090e4c-78d1-4d27-bb44-8321be35a441" providerId="ADAL" clId="{6EBDC9E9-FC6E-47EF-A769-90C546ADDD22}" dt="2022-11-22T08:51:12.868" v="4287" actId="22"/>
          <ac:spMkLst>
            <pc:docMk/>
            <pc:sldMk cId="2631434541" sldId="365"/>
            <ac:spMk id="7" creationId="{208A083C-0705-4B1B-A43A-097FF8587302}"/>
          </ac:spMkLst>
        </pc:spChg>
        <pc:picChg chg="add mod ord">
          <ac:chgData name="Klaus Bordt" userId="05090e4c-78d1-4d27-bb44-8321be35a441" providerId="ADAL" clId="{6EBDC9E9-FC6E-47EF-A769-90C546ADDD22}" dt="2022-11-22T08:51:23.028" v="4292" actId="1076"/>
          <ac:picMkLst>
            <pc:docMk/>
            <pc:sldMk cId="2631434541" sldId="365"/>
            <ac:picMk id="11" creationId="{42166D03-D9D8-4B6A-96BA-355359310684}"/>
          </ac:picMkLst>
        </pc:picChg>
      </pc:sldChg>
      <pc:sldChg chg="addSp delSp modSp new mod">
        <pc:chgData name="Klaus Bordt" userId="05090e4c-78d1-4d27-bb44-8321be35a441" providerId="ADAL" clId="{6EBDC9E9-FC6E-47EF-A769-90C546ADDD22}" dt="2022-11-22T09:13:51.492" v="5002" actId="20577"/>
        <pc:sldMkLst>
          <pc:docMk/>
          <pc:sldMk cId="2404729822" sldId="366"/>
        </pc:sldMkLst>
        <pc:spChg chg="mod">
          <ac:chgData name="Klaus Bordt" userId="05090e4c-78d1-4d27-bb44-8321be35a441" providerId="ADAL" clId="{6EBDC9E9-FC6E-47EF-A769-90C546ADDD22}" dt="2022-11-22T08:55:25.433" v="4489" actId="20577"/>
          <ac:spMkLst>
            <pc:docMk/>
            <pc:sldMk cId="2404729822" sldId="366"/>
            <ac:spMk id="2" creationId="{615300D7-2609-40D9-9159-D9304A795374}"/>
          </ac:spMkLst>
        </pc:spChg>
        <pc:spChg chg="del">
          <ac:chgData name="Klaus Bordt" userId="05090e4c-78d1-4d27-bb44-8321be35a441" providerId="ADAL" clId="{6EBDC9E9-FC6E-47EF-A769-90C546ADDD22}" dt="2022-11-22T08:59:33.561" v="4622" actId="478"/>
          <ac:spMkLst>
            <pc:docMk/>
            <pc:sldMk cId="2404729822" sldId="366"/>
            <ac:spMk id="3" creationId="{171C201F-7943-4235-8393-8F9A046E1CEF}"/>
          </ac:spMkLst>
        </pc:spChg>
        <pc:spChg chg="del">
          <ac:chgData name="Klaus Bordt" userId="05090e4c-78d1-4d27-bb44-8321be35a441" providerId="ADAL" clId="{6EBDC9E9-FC6E-47EF-A769-90C546ADDD22}" dt="2022-11-22T08:59:36.653" v="4623" actId="478"/>
          <ac:spMkLst>
            <pc:docMk/>
            <pc:sldMk cId="2404729822" sldId="366"/>
            <ac:spMk id="4" creationId="{2720FF8E-5476-4834-91D6-325FD58C3477}"/>
          </ac:spMkLst>
        </pc:spChg>
        <pc:spChg chg="mod">
          <ac:chgData name="Klaus Bordt" userId="05090e4c-78d1-4d27-bb44-8321be35a441" providerId="ADAL" clId="{6EBDC9E9-FC6E-47EF-A769-90C546ADDD22}" dt="2022-11-22T08:56:05.236" v="4503" actId="20577"/>
          <ac:spMkLst>
            <pc:docMk/>
            <pc:sldMk cId="2404729822" sldId="366"/>
            <ac:spMk id="5" creationId="{951316EC-83D3-4361-9ECD-11D9F0A8A42A}"/>
          </ac:spMkLst>
        </pc:spChg>
        <pc:spChg chg="mod">
          <ac:chgData name="Klaus Bordt" userId="05090e4c-78d1-4d27-bb44-8321be35a441" providerId="ADAL" clId="{6EBDC9E9-FC6E-47EF-A769-90C546ADDD22}" dt="2022-11-22T09:13:51.492" v="5002" actId="20577"/>
          <ac:spMkLst>
            <pc:docMk/>
            <pc:sldMk cId="2404729822" sldId="366"/>
            <ac:spMk id="6" creationId="{F4EC7688-8BF9-4F0F-8351-38A23BD75601}"/>
          </ac:spMkLst>
        </pc:spChg>
        <pc:spChg chg="del">
          <ac:chgData name="Klaus Bordt" userId="05090e4c-78d1-4d27-bb44-8321be35a441" providerId="ADAL" clId="{6EBDC9E9-FC6E-47EF-A769-90C546ADDD22}" dt="2022-11-22T08:57:27.576" v="4504" actId="22"/>
          <ac:spMkLst>
            <pc:docMk/>
            <pc:sldMk cId="2404729822" sldId="366"/>
            <ac:spMk id="7" creationId="{A51BB0E2-10B3-4585-AE61-82BF53A791F2}"/>
          </ac:spMkLst>
        </pc:spChg>
        <pc:picChg chg="add mod ord">
          <ac:chgData name="Klaus Bordt" userId="05090e4c-78d1-4d27-bb44-8321be35a441" providerId="ADAL" clId="{6EBDC9E9-FC6E-47EF-A769-90C546ADDD22}" dt="2022-11-22T08:57:35.789" v="4507" actId="14100"/>
          <ac:picMkLst>
            <pc:docMk/>
            <pc:sldMk cId="2404729822" sldId="366"/>
            <ac:picMk id="11" creationId="{6FCCAA8E-504D-4D11-8FCC-21E2F347F3F2}"/>
          </ac:picMkLst>
        </pc:picChg>
      </pc:sldChg>
      <pc:sldChg chg="addSp delSp modSp add mod">
        <pc:chgData name="Klaus Bordt" userId="05090e4c-78d1-4d27-bb44-8321be35a441" providerId="ADAL" clId="{6EBDC9E9-FC6E-47EF-A769-90C546ADDD22}" dt="2022-11-22T12:37:22.246" v="6565" actId="20577"/>
        <pc:sldMkLst>
          <pc:docMk/>
          <pc:sldMk cId="467609100" sldId="367"/>
        </pc:sldMkLst>
        <pc:spChg chg="add del mod">
          <ac:chgData name="Klaus Bordt" userId="05090e4c-78d1-4d27-bb44-8321be35a441" providerId="ADAL" clId="{6EBDC9E9-FC6E-47EF-A769-90C546ADDD22}" dt="2022-11-22T09:10:59.509" v="4897" actId="478"/>
          <ac:spMkLst>
            <pc:docMk/>
            <pc:sldMk cId="467609100" sldId="367"/>
            <ac:spMk id="4" creationId="{835DCC86-4ACD-47D1-88AE-627EC22CF8F3}"/>
          </ac:spMkLst>
        </pc:spChg>
        <pc:spChg chg="mod">
          <ac:chgData name="Klaus Bordt" userId="05090e4c-78d1-4d27-bb44-8321be35a441" providerId="ADAL" clId="{6EBDC9E9-FC6E-47EF-A769-90C546ADDD22}" dt="2022-11-22T09:07:30.275" v="4728" actId="20577"/>
          <ac:spMkLst>
            <pc:docMk/>
            <pc:sldMk cId="467609100" sldId="367"/>
            <ac:spMk id="5" creationId="{68068193-9F97-4CBB-889E-D11FB7FB8B8B}"/>
          </ac:spMkLst>
        </pc:spChg>
        <pc:spChg chg="mod">
          <ac:chgData name="Klaus Bordt" userId="05090e4c-78d1-4d27-bb44-8321be35a441" providerId="ADAL" clId="{6EBDC9E9-FC6E-47EF-A769-90C546ADDD22}" dt="2022-11-22T12:37:22.246" v="6565" actId="20577"/>
          <ac:spMkLst>
            <pc:docMk/>
            <pc:sldMk cId="467609100" sldId="367"/>
            <ac:spMk id="6" creationId="{199CA70F-3CC3-44F8-A291-7699E1A6126C}"/>
          </ac:spMkLst>
        </pc:spChg>
        <pc:picChg chg="add mod">
          <ac:chgData name="Klaus Bordt" userId="05090e4c-78d1-4d27-bb44-8321be35a441" providerId="ADAL" clId="{6EBDC9E9-FC6E-47EF-A769-90C546ADDD22}" dt="2022-11-22T09:11:16.320" v="4902" actId="14100"/>
          <ac:picMkLst>
            <pc:docMk/>
            <pc:sldMk cId="467609100" sldId="367"/>
            <ac:picMk id="10" creationId="{B9C71225-2895-4D65-9837-5867D88C29ED}"/>
          </ac:picMkLst>
        </pc:picChg>
        <pc:picChg chg="del">
          <ac:chgData name="Klaus Bordt" userId="05090e4c-78d1-4d27-bb44-8321be35a441" providerId="ADAL" clId="{6EBDC9E9-FC6E-47EF-A769-90C546ADDD22}" dt="2022-11-22T09:10:56.258" v="4896" actId="478"/>
          <ac:picMkLst>
            <pc:docMk/>
            <pc:sldMk cId="467609100" sldId="367"/>
            <ac:picMk id="11" creationId="{42166D03-D9D8-4B6A-96BA-355359310684}"/>
          </ac:picMkLst>
        </pc:picChg>
        <pc:picChg chg="add mod">
          <ac:chgData name="Klaus Bordt" userId="05090e4c-78d1-4d27-bb44-8321be35a441" providerId="ADAL" clId="{6EBDC9E9-FC6E-47EF-A769-90C546ADDD22}" dt="2022-11-22T09:12:50.216" v="4949" actId="1076"/>
          <ac:picMkLst>
            <pc:docMk/>
            <pc:sldMk cId="467609100" sldId="367"/>
            <ac:picMk id="13" creationId="{63A933BF-DAF3-4312-B9CD-BB25A0E9FD78}"/>
          </ac:picMkLst>
        </pc:picChg>
      </pc:sldChg>
      <pc:sldChg chg="addSp add del mod">
        <pc:chgData name="Klaus Bordt" userId="05090e4c-78d1-4d27-bb44-8321be35a441" providerId="ADAL" clId="{6EBDC9E9-FC6E-47EF-A769-90C546ADDD22}" dt="2022-11-22T09:07:05.881" v="4713" actId="47"/>
        <pc:sldMkLst>
          <pc:docMk/>
          <pc:sldMk cId="4101315116" sldId="367"/>
        </pc:sldMkLst>
        <pc:picChg chg="add">
          <ac:chgData name="Klaus Bordt" userId="05090e4c-78d1-4d27-bb44-8321be35a441" providerId="ADAL" clId="{6EBDC9E9-FC6E-47EF-A769-90C546ADDD22}" dt="2022-11-22T09:07:01.627" v="4712" actId="22"/>
          <ac:picMkLst>
            <pc:docMk/>
            <pc:sldMk cId="4101315116" sldId="367"/>
            <ac:picMk id="4" creationId="{16678CC7-B835-4AA4-8833-B698BE3EFE57}"/>
          </ac:picMkLst>
        </pc:picChg>
      </pc:sldChg>
      <pc:sldChg chg="delSp modSp new mod">
        <pc:chgData name="Klaus Bordt" userId="05090e4c-78d1-4d27-bb44-8321be35a441" providerId="ADAL" clId="{6EBDC9E9-FC6E-47EF-A769-90C546ADDD22}" dt="2022-11-22T12:02:02.868" v="5932" actId="113"/>
        <pc:sldMkLst>
          <pc:docMk/>
          <pc:sldMk cId="2578367333" sldId="368"/>
        </pc:sldMkLst>
        <pc:spChg chg="mod">
          <ac:chgData name="Klaus Bordt" userId="05090e4c-78d1-4d27-bb44-8321be35a441" providerId="ADAL" clId="{6EBDC9E9-FC6E-47EF-A769-90C546ADDD22}" dt="2022-11-22T09:48:13.723" v="5300" actId="20577"/>
          <ac:spMkLst>
            <pc:docMk/>
            <pc:sldMk cId="2578367333" sldId="368"/>
            <ac:spMk id="2" creationId="{A51A1320-B2AE-4CB3-8AF2-09DBD79F3693}"/>
          </ac:spMkLst>
        </pc:spChg>
        <pc:spChg chg="del">
          <ac:chgData name="Klaus Bordt" userId="05090e4c-78d1-4d27-bb44-8321be35a441" providerId="ADAL" clId="{6EBDC9E9-FC6E-47EF-A769-90C546ADDD22}" dt="2022-11-22T09:49:59.476" v="5493" actId="478"/>
          <ac:spMkLst>
            <pc:docMk/>
            <pc:sldMk cId="2578367333" sldId="368"/>
            <ac:spMk id="3" creationId="{6DB6F7F1-7C1D-4294-B0BD-02AC8C97778D}"/>
          </ac:spMkLst>
        </pc:spChg>
        <pc:spChg chg="mod">
          <ac:chgData name="Klaus Bordt" userId="05090e4c-78d1-4d27-bb44-8321be35a441" providerId="ADAL" clId="{6EBDC9E9-FC6E-47EF-A769-90C546ADDD22}" dt="2022-11-22T09:49:51.883" v="5492" actId="20577"/>
          <ac:spMkLst>
            <pc:docMk/>
            <pc:sldMk cId="2578367333" sldId="368"/>
            <ac:spMk id="4" creationId="{5AF24729-E22D-43FB-873A-719C05EEA7CD}"/>
          </ac:spMkLst>
        </pc:spChg>
        <pc:spChg chg="mod">
          <ac:chgData name="Klaus Bordt" userId="05090e4c-78d1-4d27-bb44-8321be35a441" providerId="ADAL" clId="{6EBDC9E9-FC6E-47EF-A769-90C546ADDD22}" dt="2022-11-22T12:02:02.868" v="5932" actId="113"/>
          <ac:spMkLst>
            <pc:docMk/>
            <pc:sldMk cId="2578367333" sldId="368"/>
            <ac:spMk id="5" creationId="{5CF16C18-A43B-45D7-80BB-89C96EE214A4}"/>
          </ac:spMkLst>
        </pc:spChg>
      </pc:sldChg>
      <pc:sldChg chg="addSp delSp modSp new mod">
        <pc:chgData name="Klaus Bordt" userId="05090e4c-78d1-4d27-bb44-8321be35a441" providerId="ADAL" clId="{6EBDC9E9-FC6E-47EF-A769-90C546ADDD22}" dt="2022-11-22T12:50:56.984" v="6718" actId="20577"/>
        <pc:sldMkLst>
          <pc:docMk/>
          <pc:sldMk cId="2856301698" sldId="369"/>
        </pc:sldMkLst>
        <pc:spChg chg="mod">
          <ac:chgData name="Klaus Bordt" userId="05090e4c-78d1-4d27-bb44-8321be35a441" providerId="ADAL" clId="{6EBDC9E9-FC6E-47EF-A769-90C546ADDD22}" dt="2022-11-22T12:13:29.178" v="6075" actId="20577"/>
          <ac:spMkLst>
            <pc:docMk/>
            <pc:sldMk cId="2856301698" sldId="369"/>
            <ac:spMk id="2" creationId="{02AA7A95-F02F-4D4D-A67A-6F7D47F7958D}"/>
          </ac:spMkLst>
        </pc:spChg>
        <pc:spChg chg="del">
          <ac:chgData name="Klaus Bordt" userId="05090e4c-78d1-4d27-bb44-8321be35a441" providerId="ADAL" clId="{6EBDC9E9-FC6E-47EF-A769-90C546ADDD22}" dt="2022-11-22T12:50:47.273" v="6702" actId="478"/>
          <ac:spMkLst>
            <pc:docMk/>
            <pc:sldMk cId="2856301698" sldId="369"/>
            <ac:spMk id="3" creationId="{DF234463-F4D8-45F6-9519-806DCF2FE89F}"/>
          </ac:spMkLst>
        </pc:spChg>
        <pc:spChg chg="mod">
          <ac:chgData name="Klaus Bordt" userId="05090e4c-78d1-4d27-bb44-8321be35a441" providerId="ADAL" clId="{6EBDC9E9-FC6E-47EF-A769-90C546ADDD22}" dt="2022-11-22T12:50:56.984" v="6718" actId="20577"/>
          <ac:spMkLst>
            <pc:docMk/>
            <pc:sldMk cId="2856301698" sldId="369"/>
            <ac:spMk id="4" creationId="{0A976189-094A-48F5-97A2-22AC8758E20C}"/>
          </ac:spMkLst>
        </pc:spChg>
        <pc:spChg chg="del">
          <ac:chgData name="Klaus Bordt" userId="05090e4c-78d1-4d27-bb44-8321be35a441" providerId="ADAL" clId="{6EBDC9E9-FC6E-47EF-A769-90C546ADDD22}" dt="2022-11-22T12:10:51.354" v="6045" actId="22"/>
          <ac:spMkLst>
            <pc:docMk/>
            <pc:sldMk cId="2856301698" sldId="369"/>
            <ac:spMk id="5" creationId="{CB4DCA0A-6CB6-4FC0-965C-71E7E3B77DE1}"/>
          </ac:spMkLst>
        </pc:spChg>
        <pc:picChg chg="add mod ord">
          <ac:chgData name="Klaus Bordt" userId="05090e4c-78d1-4d27-bb44-8321be35a441" providerId="ADAL" clId="{6EBDC9E9-FC6E-47EF-A769-90C546ADDD22}" dt="2022-11-22T12:11:34.531" v="6071" actId="1076"/>
          <ac:picMkLst>
            <pc:docMk/>
            <pc:sldMk cId="2856301698" sldId="369"/>
            <ac:picMk id="9" creationId="{A647CE19-A084-4EC5-A220-090934BA61D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122E3A8-67DD-A54D-9ACE-7F6180D1A288}" type="datetimeFigureOut">
              <a:rPr lang="en-US" smtClean="0"/>
              <a:pPr/>
              <a:t>9/22/2023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5D751CF-426F-9546-9000-18E529FDEB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92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5BCB8AE-B9B2-1648-AE7C-D9F4FF496627}" type="datetimeFigureOut">
              <a:rPr lang="en-US" smtClean="0"/>
              <a:pPr/>
              <a:t>9/22/2023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7F34D1A-B7E5-DE48-8EA9-859D9DE63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333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34D1A-B7E5-DE48-8EA9-859D9DE6365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10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4381500"/>
          </a:xfrm>
          <a:prstGeom prst="rect">
            <a:avLst/>
          </a:prstGeom>
          <a:solidFill>
            <a:srgbClr val="8E8F93">
              <a:alpha val="20000"/>
            </a:srgbClr>
          </a:solidFill>
        </p:spPr>
        <p:txBody>
          <a:bodyPr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Drag Your Image Here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52414" y="1971244"/>
            <a:ext cx="8673872" cy="553998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l">
              <a:buFont typeface="Arial"/>
              <a:buNone/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414" y="2566267"/>
            <a:ext cx="8673872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0" y="3711677"/>
            <a:ext cx="9144000" cy="675319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414" y="3954254"/>
            <a:ext cx="4360862" cy="184666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Presented by: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4386996"/>
            <a:ext cx="9144000" cy="10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5531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4F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  <p:pic>
        <p:nvPicPr>
          <p:cNvPr id="15" name="Picture 14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949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4000" cy="2908710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lIns="252000" tIns="0" rIns="0" bIns="252000" anchor="b" anchorCtr="0"/>
          <a:lstStyle>
            <a:lvl1pPr algn="l">
              <a:defRPr sz="24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900386"/>
            <a:ext cx="9144000" cy="373063"/>
          </a:xfrm>
          <a:prstGeom prst="rect">
            <a:avLst/>
          </a:prstGeom>
          <a:solidFill>
            <a:schemeClr val="tx2"/>
          </a:solidFill>
        </p:spPr>
        <p:txBody>
          <a:bodyPr lIns="252000" tIns="0" rIns="0" bIns="0" anchor="ctr" anchorCtr="0"/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pic>
        <p:nvPicPr>
          <p:cNvPr id="11" name="Picture 10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1506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/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E8F93">
              <a:alpha val="20000"/>
            </a:srgbClr>
          </a:solidFill>
        </p:spPr>
        <p:txBody>
          <a:bodyPr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Drag Your Image Here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0" y="2041071"/>
            <a:ext cx="9144000" cy="867640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lIns="252000" tIns="0" rIns="0" bIns="0" anchor="ctr" anchorCtr="0"/>
          <a:lstStyle>
            <a:lvl1pPr algn="l">
              <a:defRPr sz="24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900386"/>
            <a:ext cx="9144000" cy="373063"/>
          </a:xfrm>
          <a:prstGeom prst="rect">
            <a:avLst/>
          </a:prstGeom>
          <a:solidFill>
            <a:schemeClr val="tx2"/>
          </a:solidFill>
        </p:spPr>
        <p:txBody>
          <a:bodyPr lIns="252000" tIns="0" rIns="0" bIns="0" anchor="ctr" anchorCtr="0"/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pic>
        <p:nvPicPr>
          <p:cNvPr id="13" name="Picture 12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695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/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1981308"/>
          </a:xfrm>
          <a:prstGeom prst="rect">
            <a:avLst/>
          </a:prstGeom>
          <a:solidFill>
            <a:srgbClr val="8E8F93">
              <a:alpha val="20000"/>
            </a:srgbClr>
          </a:solidFill>
        </p:spPr>
        <p:txBody>
          <a:bodyPr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Drag Your Image Here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0" y="1981308"/>
            <a:ext cx="9144000" cy="3162191"/>
          </a:xfrm>
          <a:prstGeom prst="rect">
            <a:avLst/>
          </a:prstGeom>
          <a:solidFill>
            <a:schemeClr val="tx2"/>
          </a:solidFill>
        </p:spPr>
        <p:txBody>
          <a:bodyPr lIns="252000" tIns="252000" rIns="252000" bIns="252000" anchor="t" anchorCtr="0"/>
          <a:lstStyle>
            <a:lvl1pPr algn="l">
              <a:defRPr sz="24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08245"/>
            <a:ext cx="9144000" cy="373063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lIns="252000" tIns="0" rIns="252000" bIns="0" anchor="ctr" anchorCtr="0"/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5293" y="4601873"/>
            <a:ext cx="1800991" cy="446646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94583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/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4613273" y="-2"/>
            <a:ext cx="4530727" cy="514349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Insert Your Content Here</a:t>
            </a:r>
          </a:p>
        </p:txBody>
      </p:sp>
      <p:sp>
        <p:nvSpPr>
          <p:cNvPr id="15" name="Rectangle 14"/>
          <p:cNvSpPr/>
          <p:nvPr userDrawn="1"/>
        </p:nvSpPr>
        <p:spPr>
          <a:xfrm rot="5400000">
            <a:off x="-286951" y="243272"/>
            <a:ext cx="5143500" cy="465695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12"/>
          <p:cNvSpPr>
            <a:spLocks noGrp="1"/>
          </p:cNvSpPr>
          <p:nvPr>
            <p:ph sz="quarter" idx="11"/>
          </p:nvPr>
        </p:nvSpPr>
        <p:spPr>
          <a:xfrm>
            <a:off x="-43677" y="-2"/>
            <a:ext cx="5030014" cy="5143502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42913" indent="-265113">
              <a:buFont typeface="Arial"/>
              <a:buChar char="•"/>
              <a:defRPr sz="2000">
                <a:solidFill>
                  <a:schemeClr val="bg1"/>
                </a:solidFill>
              </a:defRPr>
            </a:lvl2pPr>
            <a:lvl3pPr marL="708025" indent="-228600">
              <a:buFont typeface="Lucida Grande"/>
              <a:buChar char="–"/>
              <a:defRPr sz="1800">
                <a:solidFill>
                  <a:schemeClr val="bg1"/>
                </a:solidFill>
              </a:defRPr>
            </a:lvl3pPr>
            <a:lvl4pPr marL="976313" indent="-228600">
              <a:buFont typeface="Lucida Grande"/>
              <a:buChar char="–"/>
              <a:defRPr sz="1600">
                <a:solidFill>
                  <a:schemeClr val="bg1"/>
                </a:solidFill>
              </a:defRPr>
            </a:lvl4pPr>
            <a:lvl5pPr marL="1258888" indent="-231775" defTabSz="314325">
              <a:buFont typeface="Lucida Grande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  <p:pic>
        <p:nvPicPr>
          <p:cNvPr id="10" name="Picture 9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43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/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4613273" y="0"/>
            <a:ext cx="4530727" cy="514349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Insert Your Content Here</a:t>
            </a:r>
          </a:p>
        </p:txBody>
      </p:sp>
      <p:sp>
        <p:nvSpPr>
          <p:cNvPr id="3" name="Content Placeholder 12"/>
          <p:cNvSpPr>
            <a:spLocks noGrp="1"/>
          </p:cNvSpPr>
          <p:nvPr>
            <p:ph sz="quarter" idx="11"/>
          </p:nvPr>
        </p:nvSpPr>
        <p:spPr>
          <a:xfrm>
            <a:off x="252413" y="982952"/>
            <a:ext cx="3749962" cy="145270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>
            <a:lvl1pPr marL="236538" indent="-236538"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1pPr>
            <a:lvl2pPr marL="457200" indent="-220663"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</a:defRPr>
            </a:lvl2pPr>
            <a:lvl3pPr marL="630238" indent="-173038">
              <a:buClr>
                <a:schemeClr val="tx2"/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</a:defRPr>
            </a:lvl3pPr>
            <a:lvl4pPr marL="803275" indent="-173038">
              <a:buClr>
                <a:schemeClr val="tx2"/>
              </a:buClr>
              <a:buFont typeface="Arial" panose="020B0604020202020204" pitchFamily="34" charset="0"/>
              <a:buChar char="•"/>
              <a:defRPr sz="1400">
                <a:solidFill>
                  <a:schemeClr val="accent1"/>
                </a:solidFill>
              </a:defRPr>
            </a:lvl4pPr>
            <a:lvl5pPr marL="977900" indent="-174625" defTabSz="314325">
              <a:buClr>
                <a:schemeClr val="tx2"/>
              </a:buClr>
              <a:buFont typeface="Arial" panose="020B0604020202020204" pitchFamily="34" charset="0"/>
              <a:buChar char="•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252413" y="348333"/>
            <a:ext cx="3749962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sz="24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23" name="Rectangle 22"/>
          <p:cNvSpPr/>
          <p:nvPr userDrawn="1"/>
        </p:nvSpPr>
        <p:spPr>
          <a:xfrm rot="5400000">
            <a:off x="1854991" y="2385218"/>
            <a:ext cx="5143498" cy="37306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240208" y="0"/>
            <a:ext cx="746127" cy="514350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3518578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hite/SE Lif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258056" y="2175153"/>
            <a:ext cx="8633531" cy="36933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algn="l">
              <a:defRPr sz="24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8056" y="2634497"/>
            <a:ext cx="8633531" cy="21544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4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pic>
        <p:nvPicPr>
          <p:cNvPr id="9" name="Picture 8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355483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w Im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E8F93">
              <a:alpha val="20000"/>
            </a:srgbClr>
          </a:solidFill>
        </p:spPr>
        <p:txBody>
          <a:bodyPr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Drag Your Image Here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52413" y="1713559"/>
            <a:ext cx="8577821" cy="12311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Font typeface="Arial"/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QUOTE OR CALLOUT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414" y="2955454"/>
            <a:ext cx="857782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pic>
        <p:nvPicPr>
          <p:cNvPr id="9" name="Picture 8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521642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w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E8F93">
              <a:alpha val="20000"/>
            </a:srgbClr>
          </a:solidFill>
        </p:spPr>
        <p:txBody>
          <a:bodyPr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Drag Your Image Here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52413" y="1713559"/>
            <a:ext cx="8577821" cy="12311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Font typeface="Arial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QUOTE OR CALLOUT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414" y="2955454"/>
            <a:ext cx="857782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pic>
        <p:nvPicPr>
          <p:cNvPr id="9" name="Picture 8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947468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52413" y="1713559"/>
            <a:ext cx="8577821" cy="12311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Font typeface="Arial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QUOTE OR CALLOUT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414" y="2955454"/>
            <a:ext cx="857782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pic>
        <p:nvPicPr>
          <p:cNvPr id="10" name="Picture 9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191992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on SE Life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52413" y="1713559"/>
            <a:ext cx="8577821" cy="12311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Font typeface="Arial"/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QUOTE OR CALLOUT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414" y="2955454"/>
            <a:ext cx="857782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pic>
        <p:nvPicPr>
          <p:cNvPr id="8" name="Picture 7" descr="schneider_LIO_White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45108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v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eave_175139600_LIO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0" y="3620222"/>
            <a:ext cx="9144000" cy="1523278"/>
          </a:xfrm>
          <a:prstGeom prst="rect">
            <a:avLst/>
          </a:prstGeom>
          <a:gradFill>
            <a:gsLst>
              <a:gs pos="0">
                <a:schemeClr val="tx1"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schneider_LIO_White_RGB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528318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ve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eave_463028807_LIO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3620222"/>
            <a:ext cx="9144000" cy="1523278"/>
          </a:xfrm>
          <a:prstGeom prst="rect">
            <a:avLst/>
          </a:prstGeom>
          <a:gradFill>
            <a:gsLst>
              <a:gs pos="0">
                <a:schemeClr val="tx1"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schneider_LIO_White_RGB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3927686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ve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620222"/>
            <a:ext cx="9144000" cy="1523278"/>
          </a:xfrm>
          <a:prstGeom prst="rect">
            <a:avLst/>
          </a:prstGeom>
          <a:gradFill>
            <a:gsLst>
              <a:gs pos="0">
                <a:schemeClr val="tx1"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62180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1674435" y="4851248"/>
            <a:ext cx="8351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rial"/>
                <a:cs typeface="Arial"/>
              </a:rPr>
              <a:t>|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5531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  <p:pic>
        <p:nvPicPr>
          <p:cNvPr id="10" name="Picture 9" descr="Weave_486603441_LIO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Picture 8" descr="schneider_LIO_White_RGB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6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6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1533183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ve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eave_522513175_LIO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3620222"/>
            <a:ext cx="9144000" cy="1523278"/>
          </a:xfrm>
          <a:prstGeom prst="rect">
            <a:avLst/>
          </a:prstGeom>
          <a:gradFill>
            <a:gsLst>
              <a:gs pos="0">
                <a:schemeClr val="tx1"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schneider_LIO_White_RGB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015690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ve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eave_522794209_LIO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3620222"/>
            <a:ext cx="9144000" cy="1523278"/>
          </a:xfrm>
          <a:prstGeom prst="rect">
            <a:avLst/>
          </a:prstGeom>
          <a:gradFill>
            <a:gsLst>
              <a:gs pos="0">
                <a:schemeClr val="tx1"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schneider_LIO_White_RGB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1536511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ve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eave_528351183_LIO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3620222"/>
            <a:ext cx="9144000" cy="1523278"/>
          </a:xfrm>
          <a:prstGeom prst="rect">
            <a:avLst/>
          </a:prstGeom>
          <a:gradFill>
            <a:gsLst>
              <a:gs pos="0">
                <a:schemeClr val="tx1"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schneider_LIO_White_RGB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297509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hneider_LIO_White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549" y="2064587"/>
            <a:ext cx="3678903" cy="101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478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8056" y="230188"/>
            <a:ext cx="8633531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192839" y="4066302"/>
            <a:ext cx="2698750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14065" y="1203325"/>
            <a:ext cx="0" cy="2986088"/>
          </a:xfrm>
          <a:prstGeom prst="line">
            <a:avLst/>
          </a:prstGeom>
          <a:ln w="31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258055" y="604935"/>
            <a:ext cx="8633531" cy="1692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0" b="0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58055" y="4066302"/>
            <a:ext cx="5574419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258054" y="1202023"/>
            <a:ext cx="5574419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9"/>
          </p:nvPr>
        </p:nvSpPr>
        <p:spPr>
          <a:xfrm>
            <a:off x="6192838" y="1201738"/>
            <a:ext cx="2698750" cy="1336263"/>
          </a:xfrm>
        </p:spPr>
        <p:txBody>
          <a:bodyPr>
            <a:sp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37497948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258056" y="230188"/>
            <a:ext cx="8633531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52413" y="4066302"/>
            <a:ext cx="5580061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258055" y="604935"/>
            <a:ext cx="8633531" cy="1692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0" b="0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252412" y="1203326"/>
            <a:ext cx="5580062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1755880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column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58056" y="230188"/>
            <a:ext cx="8633531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258055" y="604935"/>
            <a:ext cx="8633531" cy="1692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0" b="0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52413" y="2704955"/>
            <a:ext cx="5574419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20" hasCustomPrompt="1"/>
          </p:nvPr>
        </p:nvSpPr>
        <p:spPr>
          <a:xfrm>
            <a:off x="258057" y="4548723"/>
            <a:ext cx="5574419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3"/>
          </p:nvPr>
        </p:nvSpPr>
        <p:spPr>
          <a:xfrm>
            <a:off x="258057" y="1213547"/>
            <a:ext cx="5574419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24"/>
          </p:nvPr>
        </p:nvSpPr>
        <p:spPr>
          <a:xfrm>
            <a:off x="252412" y="3037586"/>
            <a:ext cx="5580064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77520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58056" y="230188"/>
            <a:ext cx="8633531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791075" y="4066302"/>
            <a:ext cx="4100514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52414" y="4066302"/>
            <a:ext cx="4178298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258055" y="604935"/>
            <a:ext cx="8633531" cy="1692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0" b="0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2"/>
          </p:nvPr>
        </p:nvSpPr>
        <p:spPr>
          <a:xfrm>
            <a:off x="258057" y="1209296"/>
            <a:ext cx="4172656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4791075" y="1209296"/>
            <a:ext cx="4100514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15922868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8056" y="230188"/>
            <a:ext cx="8633531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791075" y="4066302"/>
            <a:ext cx="4100514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52413" y="4066302"/>
            <a:ext cx="4178299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258055" y="604935"/>
            <a:ext cx="8633531" cy="1692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0" b="0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4613516" y="1203325"/>
            <a:ext cx="0" cy="2986088"/>
          </a:xfrm>
          <a:prstGeom prst="line">
            <a:avLst/>
          </a:prstGeom>
          <a:ln w="31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20"/>
          </p:nvPr>
        </p:nvSpPr>
        <p:spPr>
          <a:xfrm>
            <a:off x="252412" y="1203326"/>
            <a:ext cx="4178299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21"/>
          </p:nvPr>
        </p:nvSpPr>
        <p:spPr>
          <a:xfrm>
            <a:off x="4791074" y="1203326"/>
            <a:ext cx="4100511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41553253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/>
          <p:cNvSpPr>
            <a:spLocks noGrp="1"/>
          </p:cNvSpPr>
          <p:nvPr>
            <p:ph type="body" sz="quarter" idx="18" hasCustomPrompt="1"/>
          </p:nvPr>
        </p:nvSpPr>
        <p:spPr>
          <a:xfrm>
            <a:off x="258055" y="2698483"/>
            <a:ext cx="8633531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58056" y="230188"/>
            <a:ext cx="8633531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258055" y="604935"/>
            <a:ext cx="8633531" cy="1692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0" b="0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791075" y="4413143"/>
            <a:ext cx="4100514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58055" y="4413143"/>
            <a:ext cx="4094871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246632" y="1198257"/>
            <a:ext cx="8644953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5"/>
          </p:nvPr>
        </p:nvSpPr>
        <p:spPr>
          <a:xfrm>
            <a:off x="258055" y="2907433"/>
            <a:ext cx="4094871" cy="1457325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6"/>
          </p:nvPr>
        </p:nvSpPr>
        <p:spPr>
          <a:xfrm>
            <a:off x="4791075" y="2907433"/>
            <a:ext cx="4100514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11054434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055" y="604935"/>
            <a:ext cx="8633531" cy="1692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0" b="0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52413" y="4066302"/>
            <a:ext cx="2678893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58056" y="230188"/>
            <a:ext cx="8633531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6192838" y="4066302"/>
            <a:ext cx="2678893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24" hasCustomPrompt="1"/>
          </p:nvPr>
        </p:nvSpPr>
        <p:spPr>
          <a:xfrm>
            <a:off x="3232554" y="4066302"/>
            <a:ext cx="2678893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32"/>
          </p:nvPr>
        </p:nvSpPr>
        <p:spPr>
          <a:xfrm>
            <a:off x="252414" y="1192752"/>
            <a:ext cx="2698748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33"/>
          </p:nvPr>
        </p:nvSpPr>
        <p:spPr>
          <a:xfrm>
            <a:off x="3232554" y="1192752"/>
            <a:ext cx="2678893" cy="144145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34"/>
          </p:nvPr>
        </p:nvSpPr>
        <p:spPr>
          <a:xfrm>
            <a:off x="6192838" y="1192752"/>
            <a:ext cx="2678893" cy="144145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34112504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52413" y="4066302"/>
            <a:ext cx="2678893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58056" y="230188"/>
            <a:ext cx="8633531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6192838" y="4066302"/>
            <a:ext cx="2678893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24" hasCustomPrompt="1"/>
          </p:nvPr>
        </p:nvSpPr>
        <p:spPr>
          <a:xfrm>
            <a:off x="3232554" y="4066302"/>
            <a:ext cx="2678893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055" y="604935"/>
            <a:ext cx="8633531" cy="1692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0" b="0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3085663" y="1203325"/>
            <a:ext cx="0" cy="2986088"/>
          </a:xfrm>
          <a:prstGeom prst="line">
            <a:avLst/>
          </a:prstGeom>
          <a:ln w="31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6055035" y="1203325"/>
            <a:ext cx="0" cy="2986088"/>
          </a:xfrm>
          <a:prstGeom prst="line">
            <a:avLst/>
          </a:prstGeom>
          <a:ln w="31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quarter" idx="31"/>
          </p:nvPr>
        </p:nvSpPr>
        <p:spPr>
          <a:xfrm>
            <a:off x="258056" y="1203325"/>
            <a:ext cx="2673249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2"/>
          </p:nvPr>
        </p:nvSpPr>
        <p:spPr>
          <a:xfrm>
            <a:off x="3232554" y="1203325"/>
            <a:ext cx="2678893" cy="1405513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33"/>
          </p:nvPr>
        </p:nvSpPr>
        <p:spPr>
          <a:xfrm>
            <a:off x="6192838" y="1203325"/>
            <a:ext cx="2678893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37432906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32"/>
          </p:nvPr>
        </p:nvSpPr>
        <p:spPr>
          <a:xfrm>
            <a:off x="252412" y="1203326"/>
            <a:ext cx="8639175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33"/>
          </p:nvPr>
        </p:nvSpPr>
        <p:spPr>
          <a:xfrm>
            <a:off x="252412" y="2872039"/>
            <a:ext cx="2683481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34"/>
          </p:nvPr>
        </p:nvSpPr>
        <p:spPr>
          <a:xfrm>
            <a:off x="3232553" y="2872039"/>
            <a:ext cx="2678893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35"/>
          </p:nvPr>
        </p:nvSpPr>
        <p:spPr>
          <a:xfrm>
            <a:off x="6192837" y="2872039"/>
            <a:ext cx="2678893" cy="140551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8" hasCustomPrompt="1"/>
          </p:nvPr>
        </p:nvSpPr>
        <p:spPr>
          <a:xfrm>
            <a:off x="258055" y="2696071"/>
            <a:ext cx="8633531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58056" y="230188"/>
            <a:ext cx="8633531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258055" y="604935"/>
            <a:ext cx="8633531" cy="1692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0" b="0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52413" y="4376262"/>
            <a:ext cx="2683481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6192838" y="4376262"/>
            <a:ext cx="2678893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24" hasCustomPrompt="1"/>
          </p:nvPr>
        </p:nvSpPr>
        <p:spPr>
          <a:xfrm>
            <a:off x="3232554" y="4376262"/>
            <a:ext cx="2678893" cy="12311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15875" indent="0">
              <a:buNone/>
              <a:defRPr sz="800" baseline="0">
                <a:solidFill>
                  <a:srgbClr val="8E8F93"/>
                </a:solidFill>
              </a:defRPr>
            </a:lvl1pPr>
          </a:lstStyle>
          <a:p>
            <a:pPr lvl="0"/>
            <a:r>
              <a:rPr lang="en-US"/>
              <a:t>Optional caption goes here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690617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4067016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1235388660,&quot;Placement&quot;:&quot;Footer&quot;,&quot;Top&quot;:390.346863,&quot;Left&quot;:342.094818,&quot;SlideWidth&quot;:720,&quot;SlideHeight&quot;:405}">
            <a:extLst>
              <a:ext uri="{FF2B5EF4-FFF2-40B4-BE49-F238E27FC236}">
                <a16:creationId xmlns:a16="http://schemas.microsoft.com/office/drawing/2014/main" id="{A7C0B412-FBC1-48BF-BA3D-E93DCDA21D7E}"/>
              </a:ext>
            </a:extLst>
          </p:cNvPr>
          <p:cNvSpPr txBox="1"/>
          <p:nvPr userDrawn="1"/>
        </p:nvSpPr>
        <p:spPr>
          <a:xfrm>
            <a:off x="4344604" y="4957405"/>
            <a:ext cx="454791" cy="18609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600">
                <a:solidFill>
                  <a:srgbClr val="626469"/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54865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9" r:id="rId3"/>
    <p:sldLayoutId id="2147483687" r:id="rId4"/>
    <p:sldLayoutId id="2147483688" r:id="rId5"/>
    <p:sldLayoutId id="2147483689" r:id="rId6"/>
    <p:sldLayoutId id="2147483672" r:id="rId7"/>
    <p:sldLayoutId id="2147483670" r:id="rId8"/>
    <p:sldLayoutId id="2147483671" r:id="rId9"/>
    <p:sldLayoutId id="2147483686" r:id="rId10"/>
    <p:sldLayoutId id="2147483690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91" r:id="rId18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8056" y="230188"/>
            <a:ext cx="8633531" cy="36933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10" name="Picture 9" descr="schneider_LIO_Life-Green_RGB.png"/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52413" y="1203326"/>
            <a:ext cx="8639175" cy="198515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</a:p>
        </p:txBody>
      </p:sp>
      <p:sp>
        <p:nvSpPr>
          <p:cNvPr id="3" name="MSIPCMContentMarking" descr="{&quot;HashCode&quot;:1235388660,&quot;Placement&quot;:&quot;Footer&quot;,&quot;Top&quot;:390.346863,&quot;Left&quot;:342.094818,&quot;SlideWidth&quot;:720,&quot;SlideHeight&quot;:405}">
            <a:extLst>
              <a:ext uri="{FF2B5EF4-FFF2-40B4-BE49-F238E27FC236}">
                <a16:creationId xmlns:a16="http://schemas.microsoft.com/office/drawing/2014/main" id="{49D2C424-7036-47B9-BC6A-9D52418BFB5D}"/>
              </a:ext>
            </a:extLst>
          </p:cNvPr>
          <p:cNvSpPr txBox="1"/>
          <p:nvPr userDrawn="1"/>
        </p:nvSpPr>
        <p:spPr>
          <a:xfrm>
            <a:off x="4344604" y="4957405"/>
            <a:ext cx="454791" cy="18609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600">
                <a:solidFill>
                  <a:srgbClr val="626469"/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699579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76" r:id="rId3"/>
    <p:sldLayoutId id="2147483653" r:id="rId4"/>
    <p:sldLayoutId id="2147483661" r:id="rId5"/>
    <p:sldLayoutId id="2147483677" r:id="rId6"/>
    <p:sldLayoutId id="2147483660" r:id="rId7"/>
    <p:sldLayoutId id="2147483662" r:id="rId8"/>
    <p:sldLayoutId id="2147483678" r:id="rId9"/>
    <p:sldLayoutId id="2147483658" r:id="rId10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rgbClr val="36C746"/>
          </a:solidFill>
          <a:latin typeface="Arial"/>
          <a:ea typeface="+mj-ea"/>
          <a:cs typeface="Arial"/>
        </a:defRPr>
      </a:lvl1pPr>
    </p:titleStyle>
    <p:bodyStyle>
      <a:lvl1pPr marL="173038" indent="-157163" algn="l" defTabSz="457200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Arial"/>
          <a:ea typeface="+mn-ea"/>
          <a:cs typeface="Arial"/>
        </a:defRPr>
      </a:lvl1pPr>
      <a:lvl2pPr marL="361950" indent="-182563" algn="l" defTabSz="447675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/>
        <a:buChar char="•"/>
        <a:defRPr sz="1200" kern="1200">
          <a:solidFill>
            <a:schemeClr val="accent1"/>
          </a:solidFill>
          <a:latin typeface="Arial"/>
          <a:ea typeface="+mn-ea"/>
          <a:cs typeface="Arial"/>
        </a:defRPr>
      </a:lvl2pPr>
      <a:lvl3pPr marL="538163" indent="-179388" algn="l" defTabSz="457200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100" kern="1200">
          <a:solidFill>
            <a:schemeClr val="accent1"/>
          </a:solidFill>
          <a:latin typeface="Arial"/>
          <a:ea typeface="+mn-ea"/>
          <a:cs typeface="Arial"/>
        </a:defRPr>
      </a:lvl3pPr>
      <a:lvl4pPr marL="719138" indent="-179388" algn="l" defTabSz="457200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050" kern="1200">
          <a:solidFill>
            <a:schemeClr val="accent1"/>
          </a:solidFill>
          <a:latin typeface="Arial"/>
          <a:ea typeface="+mn-ea"/>
          <a:cs typeface="Arial"/>
        </a:defRPr>
      </a:lvl4pPr>
      <a:lvl5pPr marL="896938" indent="-185738" algn="l" defTabSz="457200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050" kern="1200">
          <a:solidFill>
            <a:schemeClr val="accent1"/>
          </a:solidFill>
          <a:latin typeface="Arial"/>
          <a:ea typeface="+mn-ea"/>
          <a:cs typeface="Arial"/>
        </a:defRPr>
      </a:lvl5pPr>
      <a:lvl6pPr marL="896112" indent="-182880" algn="l" defTabSz="457200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50" kern="1200" baseline="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112" indent="-182880" algn="l" defTabSz="457200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5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hneiderelectric.sharepoint.com/:b:/r/sites/S4FGroup/Shared%20Documents/General/100_S4F_CabinetDrives-Motors/03_DES_R+D/030_Hardware/Control_Electronics/CE_Drive/Evalboards/Enclustra/Carrierboard%20ME-ST1-W/Mercury_ST1_User_Manual_V03.pdf?csf=1&amp;web=1&amp;e=mH9Tbe" TargetMode="External"/><Relationship Id="rId2" Type="http://schemas.openxmlformats.org/officeDocument/2006/relationships/hyperlink" Target="https://schneiderelectric.sharepoint.com/:b:/r/sites/S4FGroup/Shared%20Documents/General/100_S4F_CabinetDrives-Motors/03_DES_R+D/030_Hardware/Control_Electronics/CE_Drive/Evalboards/Enclustra/Carrierboard%20PE1-300/Mercury_PE1_User_Manual_V06.pdf?csf=1&amp;web=1&amp;e=8TNAmC" TargetMode="Externa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schneider-electric.com/DIP/HDF-Xilinx-US-plus/blob/master/docs/Enclustra_board.md" TargetMode="Externa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hneiderelectric.sharepoint.com/:u:/r/sites/S4FGroup/Shared%20Documents/General/100_S4F_CabinetDrives-Motors/03_DES_R+D/030_Hardware/Control_Electronics/CE_Drive/Evalboards/Enclustra/HandsOn/ST1%20with%20Zu2CG/ZU2CG_example.zip?csf=1&amp;web=1&amp;e=cTHdrR" TargetMode="External"/><Relationship Id="rId2" Type="http://schemas.openxmlformats.org/officeDocument/2006/relationships/hyperlink" Target="https://schneiderelectric.sharepoint.com/:u:/r/sites/S4FGroup/Shared%20Documents/General/100_S4F_CabinetDrives-Motors/03_DES_R+D/030_Hardware/Control_Electronics/CE_Drive/Evalboards/Enclustra/HandsOn/PE1%20with%20ZU4EV/4EV_Hands-om.ide.zip?csf=1&amp;web=1&amp;e=ol4oSi" TargetMode="Externa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schneiderelectric.sharepoint.com/:u:/r/sites/S4FGroup/Shared%20Documents/General/100_S4F_CabinetDrives-Motors/03_DES_R+D/030_Hardware/Control_Electronics/CE_Drive/Evalboards/Enclustra/HandsOn/ST1%20with%20Zu2CG/ZU2CG_HandsOn_wrapper.xsa?csf=1&amp;web=1&amp;e=WDIy9H" TargetMode="Externa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>
            <a:extLst>
              <a:ext uri="{FF2B5EF4-FFF2-40B4-BE49-F238E27FC236}">
                <a16:creationId xmlns:a16="http://schemas.microsoft.com/office/drawing/2014/main" id="{9126C53D-BB20-493E-BCB5-58CA242A1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5500"/>
            <a:ext cx="5297736" cy="3706177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-56369" y="1540387"/>
            <a:ext cx="9144001" cy="2171290"/>
          </a:xfrm>
          <a:prstGeom prst="rect">
            <a:avLst/>
          </a:prstGeom>
          <a:gradFill>
            <a:gsLst>
              <a:gs pos="0">
                <a:schemeClr val="tx1"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52413" y="2240071"/>
            <a:ext cx="5259039" cy="1107996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Hands-On PE1 and ST1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52414" y="3088019"/>
            <a:ext cx="4360862" cy="215444"/>
          </a:xfrm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</a:rPr>
              <a:t>XU5 with 2CG and 4EV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0" y="3711677"/>
            <a:ext cx="9144000" cy="675319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252414" y="4047787"/>
            <a:ext cx="8778464" cy="184666"/>
          </a:xfrm>
        </p:spPr>
        <p:txBody>
          <a:bodyPr/>
          <a:lstStyle/>
          <a:p>
            <a:r>
              <a:rPr lang="en-US"/>
              <a:t>Presented by: Klaus Bordt												22.11.2022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1094BF1-0942-42AA-91A7-DB469BF2B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734" y="0"/>
            <a:ext cx="3846266" cy="371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660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258056" y="230188"/>
            <a:ext cx="8633531" cy="307777"/>
          </a:xfrm>
        </p:spPr>
        <p:txBody>
          <a:bodyPr>
            <a:sp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idx="15"/>
          </p:nvPr>
        </p:nvSpPr>
        <p:spPr>
          <a:xfrm>
            <a:off x="258055" y="604935"/>
            <a:ext cx="8633531" cy="169277"/>
          </a:xfrm>
        </p:spPr>
        <p:txBody>
          <a:bodyPr>
            <a:spAutoFit/>
          </a:bodyPr>
          <a:lstStyle/>
          <a:p>
            <a:r>
              <a:rPr lang="en-US" err="1">
                <a:solidFill>
                  <a:schemeClr val="accent6"/>
                </a:solidFill>
              </a:rPr>
              <a:t>HandsOn</a:t>
            </a:r>
            <a:r>
              <a:rPr lang="en-US">
                <a:solidFill>
                  <a:schemeClr val="accent6"/>
                </a:solidFill>
              </a:rPr>
              <a:t> PE1 and ST1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7"/>
          </p:nvPr>
        </p:nvSpPr>
        <p:spPr>
          <a:xfrm>
            <a:off x="252412" y="1203326"/>
            <a:ext cx="5580062" cy="1933863"/>
          </a:xfrm>
        </p:spPr>
        <p:txBody>
          <a:bodyPr>
            <a:spAutoFit/>
          </a:bodyPr>
          <a:lstStyle/>
          <a:p>
            <a:pPr marL="358775" indent="-342900">
              <a:buAutoNum type="arabicPeriod"/>
            </a:pPr>
            <a:r>
              <a:rPr lang="en-US" err="1"/>
              <a:t>Vivado</a:t>
            </a:r>
            <a:r>
              <a:rPr lang="en-US"/>
              <a:t> and Vitis</a:t>
            </a:r>
          </a:p>
          <a:p>
            <a:pPr marL="358775" indent="-342900">
              <a:buAutoNum type="arabicPeriod"/>
            </a:pPr>
            <a:r>
              <a:rPr lang="en-US"/>
              <a:t>Carriers and SOMs</a:t>
            </a:r>
          </a:p>
          <a:p>
            <a:pPr marL="358775" indent="-342900">
              <a:buAutoNum type="arabicPeriod"/>
            </a:pPr>
            <a:r>
              <a:rPr lang="en-US"/>
              <a:t>Hello World  - Import first project</a:t>
            </a:r>
          </a:p>
          <a:p>
            <a:pPr marL="358775" indent="-342900">
              <a:buAutoNum type="arabicPeriod"/>
            </a:pPr>
            <a:r>
              <a:rPr lang="en-US"/>
              <a:t>Import XSA file from </a:t>
            </a:r>
            <a:r>
              <a:rPr lang="en-US" err="1"/>
              <a:t>Vivado</a:t>
            </a:r>
            <a:endParaRPr lang="en-US"/>
          </a:p>
          <a:p>
            <a:pPr marL="358775" indent="-342900">
              <a:buAutoNum type="arabicPeriod"/>
            </a:pPr>
            <a:r>
              <a:rPr lang="en-US"/>
              <a:t>Test –the winners take the boards</a:t>
            </a:r>
          </a:p>
          <a:p>
            <a:pPr marL="358775" indent="-342900"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14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9EDCAB-C26D-4648-9472-B1421483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56" y="230188"/>
            <a:ext cx="8633531" cy="307777"/>
          </a:xfrm>
        </p:spPr>
        <p:txBody>
          <a:bodyPr/>
          <a:lstStyle/>
          <a:p>
            <a:r>
              <a:rPr lang="de-DE"/>
              <a:t>1 </a:t>
            </a:r>
            <a:r>
              <a:rPr lang="de-DE" err="1"/>
              <a:t>Vivado</a:t>
            </a:r>
            <a:r>
              <a:rPr lang="de-DE"/>
              <a:t> and Vitis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23BD95E-D3D0-44A8-A095-5D866C1974C5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258055" y="604935"/>
            <a:ext cx="8633531" cy="307777"/>
          </a:xfrm>
        </p:spPr>
        <p:txBody>
          <a:bodyPr/>
          <a:lstStyle/>
          <a:p>
            <a:r>
              <a:rPr lang="de-DE" sz="2000" err="1"/>
              <a:t>Vivado</a:t>
            </a:r>
            <a:endParaRPr lang="de-DE" sz="200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605FF07-39D6-4005-B54B-5E93CC4C9B7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2411" y="1203326"/>
            <a:ext cx="8069467" cy="990015"/>
          </a:xfrm>
        </p:spPr>
        <p:txBody>
          <a:bodyPr/>
          <a:lstStyle/>
          <a:p>
            <a:r>
              <a:rPr lang="de-DE" err="1"/>
              <a:t>Vivado</a:t>
            </a:r>
            <a:r>
              <a:rPr lang="de-DE"/>
              <a:t> ML </a:t>
            </a:r>
            <a:r>
              <a:rPr lang="de-DE" err="1"/>
              <a:t>is</a:t>
            </a:r>
            <a:r>
              <a:rPr lang="de-DE"/>
              <a:t> a Tool </a:t>
            </a:r>
            <a:r>
              <a:rPr lang="de-DE" err="1"/>
              <a:t>from</a:t>
            </a:r>
            <a:r>
              <a:rPr lang="de-DE"/>
              <a:t> AMD/Xilinx </a:t>
            </a:r>
            <a:r>
              <a:rPr lang="de-DE" err="1"/>
              <a:t>for</a:t>
            </a:r>
            <a:r>
              <a:rPr lang="de-DE"/>
              <a:t> Hardware Developers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create</a:t>
            </a:r>
            <a:r>
              <a:rPr lang="de-DE"/>
              <a:t>, </a:t>
            </a:r>
            <a:r>
              <a:rPr lang="de-DE" err="1"/>
              <a:t>simulate</a:t>
            </a:r>
            <a:r>
              <a:rPr lang="de-DE"/>
              <a:t>  Hardware/VHDL-designs, </a:t>
            </a:r>
            <a:r>
              <a:rPr lang="de-DE" err="1"/>
              <a:t>set</a:t>
            </a:r>
            <a:r>
              <a:rPr lang="de-DE"/>
              <a:t>  </a:t>
            </a:r>
            <a:r>
              <a:rPr lang="de-DE" err="1"/>
              <a:t>constraints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I/O and </a:t>
            </a:r>
            <a:r>
              <a:rPr lang="de-DE" err="1"/>
              <a:t>timing</a:t>
            </a:r>
            <a:r>
              <a:rPr lang="de-DE"/>
              <a:t> and </a:t>
            </a:r>
            <a:r>
              <a:rPr lang="de-DE" err="1"/>
              <a:t>load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designs</a:t>
            </a:r>
            <a:r>
              <a:rPr lang="de-DE"/>
              <a:t> on a </a:t>
            </a:r>
            <a:r>
              <a:rPr lang="de-DE" err="1"/>
              <a:t>board</a:t>
            </a:r>
            <a:r>
              <a:rPr lang="de-DE"/>
              <a:t> .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creates</a:t>
            </a:r>
            <a:r>
              <a:rPr lang="de-DE"/>
              <a:t> and </a:t>
            </a:r>
            <a:r>
              <a:rPr lang="de-DE" err="1"/>
              <a:t>provides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*.XSA and *.</a:t>
            </a:r>
            <a:r>
              <a:rPr lang="de-DE" err="1"/>
              <a:t>bit</a:t>
            </a:r>
            <a:r>
              <a:rPr lang="de-DE"/>
              <a:t> </a:t>
            </a:r>
            <a:r>
              <a:rPr lang="de-DE" err="1"/>
              <a:t>Bitstream</a:t>
            </a:r>
            <a:r>
              <a:rPr lang="de-DE"/>
              <a:t> </a:t>
            </a:r>
            <a:r>
              <a:rPr lang="de-DE" err="1"/>
              <a:t>files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Vitis</a:t>
            </a:r>
          </a:p>
          <a:p>
            <a:r>
              <a:rPr lang="de-DE" err="1"/>
              <a:t>Vivado</a:t>
            </a:r>
            <a:r>
              <a:rPr lang="de-DE"/>
              <a:t> Standard Edition Free 2021.2  </a:t>
            </a:r>
            <a:r>
              <a:rPr lang="de-DE" err="1"/>
              <a:t>used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50AD86-CE1A-447D-BE4B-50CC1A9B0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011EB97-A601-44DB-A49F-C05A218B4A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2046EE14-F751-4D01-925E-17CAE073E46E}"/>
              </a:ext>
            </a:extLst>
          </p:cNvPr>
          <p:cNvSpPr txBox="1">
            <a:spLocks/>
          </p:cNvSpPr>
          <p:nvPr/>
        </p:nvSpPr>
        <p:spPr>
          <a:xfrm>
            <a:off x="252411" y="2571750"/>
            <a:ext cx="8633531" cy="47705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 b="0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457200" indent="0" algn="l" defTabSz="447675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/>
              <a:buNone/>
              <a:defRPr sz="2000" b="1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2pPr>
            <a:lvl3pPr marL="914400" indent="0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3pPr>
            <a:lvl4pPr marL="1371600" indent="0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4pPr>
            <a:lvl5pPr marL="1828800" indent="0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5pPr>
            <a:lvl6pPr marL="2286000" indent="0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1" kern="1200" baseline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indent="0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/>
              <a:t>Vitis</a:t>
            </a:r>
          </a:p>
          <a:p>
            <a:endParaRPr lang="de-DE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3A84033E-1794-4AAA-98E5-C97D2B471B40}"/>
              </a:ext>
            </a:extLst>
          </p:cNvPr>
          <p:cNvSpPr txBox="1">
            <a:spLocks/>
          </p:cNvSpPr>
          <p:nvPr/>
        </p:nvSpPr>
        <p:spPr>
          <a:xfrm>
            <a:off x="258056" y="2918451"/>
            <a:ext cx="8069467" cy="77457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173038" indent="-157163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361950" indent="-182563" algn="l" defTabSz="447675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/>
              <a:buChar char="•"/>
              <a:defRPr sz="1200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2pPr>
            <a:lvl3pPr marL="538163" indent="-179388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100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3pPr>
            <a:lvl4pPr marL="719138" indent="-179388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050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4pPr>
            <a:lvl5pPr marL="896938" indent="-185738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050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5pPr>
            <a:lvl6pPr marL="896112" indent="-182880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1050" kern="1200" baseline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896112" indent="-182880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105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Vitis  </a:t>
            </a:r>
            <a:r>
              <a:rPr lang="de-DE" err="1"/>
              <a:t>is</a:t>
            </a:r>
            <a:r>
              <a:rPr lang="de-DE"/>
              <a:t> a Tool </a:t>
            </a:r>
            <a:r>
              <a:rPr lang="de-DE" err="1"/>
              <a:t>from</a:t>
            </a:r>
            <a:r>
              <a:rPr lang="de-DE"/>
              <a:t> AMD/Xilinx </a:t>
            </a:r>
            <a:r>
              <a:rPr lang="de-DE" err="1"/>
              <a:t>for</a:t>
            </a:r>
            <a:r>
              <a:rPr lang="de-DE"/>
              <a:t> Software Developers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program</a:t>
            </a:r>
            <a:r>
              <a:rPr lang="de-DE"/>
              <a:t> and </a:t>
            </a:r>
            <a:r>
              <a:rPr lang="de-DE" err="1"/>
              <a:t>debug</a:t>
            </a:r>
            <a:r>
              <a:rPr lang="de-DE"/>
              <a:t>  and </a:t>
            </a:r>
            <a:r>
              <a:rPr lang="de-DE" err="1"/>
              <a:t>load</a:t>
            </a:r>
            <a:r>
              <a:rPr lang="de-DE"/>
              <a:t> on a </a:t>
            </a:r>
            <a:r>
              <a:rPr lang="de-DE" err="1"/>
              <a:t>board</a:t>
            </a:r>
            <a:r>
              <a:rPr lang="de-DE"/>
              <a:t>.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based</a:t>
            </a:r>
            <a:r>
              <a:rPr lang="de-DE"/>
              <a:t> on </a:t>
            </a:r>
            <a:r>
              <a:rPr lang="de-DE" err="1"/>
              <a:t>eclipse</a:t>
            </a:r>
            <a:r>
              <a:rPr lang="de-DE"/>
              <a:t> and a </a:t>
            </a:r>
            <a:r>
              <a:rPr lang="de-DE" err="1"/>
              <a:t>platform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processor</a:t>
            </a:r>
            <a:r>
              <a:rPr lang="de-DE"/>
              <a:t> </a:t>
            </a:r>
            <a:r>
              <a:rPr lang="de-DE" err="1"/>
              <a:t>subsystem</a:t>
            </a:r>
            <a:endParaRPr lang="de-DE"/>
          </a:p>
          <a:p>
            <a:r>
              <a:rPr lang="de-DE"/>
              <a:t>Vitis Core Development Kit   2021.2  </a:t>
            </a:r>
            <a:r>
              <a:rPr lang="de-DE" err="1"/>
              <a:t>used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9750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55DAE5-7E12-4C5A-BCD2-750086087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1 </a:t>
            </a:r>
            <a:r>
              <a:rPr lang="de-DE" err="1"/>
              <a:t>Vivado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726B0D-7FCF-4DFF-BBE0-9DE518FF50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0C4168-ABFB-4934-BBF3-366BCC96962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845417" y="604934"/>
            <a:ext cx="2139192" cy="2877711"/>
          </a:xfrm>
        </p:spPr>
        <p:txBody>
          <a:bodyPr/>
          <a:lstStyle/>
          <a:p>
            <a:r>
              <a:rPr lang="de-DE">
                <a:solidFill>
                  <a:schemeClr val="tx1"/>
                </a:solidFill>
              </a:rPr>
              <a:t>Tool </a:t>
            </a:r>
            <a:r>
              <a:rPr lang="de-DE" err="1">
                <a:solidFill>
                  <a:schemeClr val="tx1"/>
                </a:solidFill>
              </a:rPr>
              <a:t>for</a:t>
            </a:r>
            <a:r>
              <a:rPr lang="de-DE">
                <a:solidFill>
                  <a:schemeClr val="tx1"/>
                </a:solidFill>
              </a:rPr>
              <a:t> Hardware-design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MPSOC </a:t>
            </a:r>
            <a:r>
              <a:rPr lang="de-DE" err="1">
                <a:solidFill>
                  <a:schemeClr val="tx1"/>
                </a:solidFill>
              </a:rPr>
              <a:t>configuration</a:t>
            </a:r>
            <a:r>
              <a:rPr lang="de-DE">
                <a:solidFill>
                  <a:schemeClr val="tx1"/>
                </a:solidFill>
              </a:rPr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Block Design in </a:t>
            </a:r>
            <a:r>
              <a:rPr lang="de-DE" err="1">
                <a:solidFill>
                  <a:schemeClr val="tx1"/>
                </a:solidFill>
              </a:rPr>
              <a:t>the</a:t>
            </a:r>
            <a:r>
              <a:rPr lang="de-DE">
                <a:solidFill>
                  <a:schemeClr val="tx1"/>
                </a:solidFill>
              </a:rPr>
              <a:t> IP Integrator (</a:t>
            </a:r>
            <a:r>
              <a:rPr lang="de-DE" err="1">
                <a:solidFill>
                  <a:schemeClr val="tx1"/>
                </a:solidFill>
              </a:rPr>
              <a:t>right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window</a:t>
            </a:r>
            <a:r>
              <a:rPr lang="de-DE">
                <a:solidFill>
                  <a:schemeClr val="tx1"/>
                </a:solidFill>
              </a:rPr>
              <a:t>)</a:t>
            </a:r>
          </a:p>
          <a:p>
            <a:endParaRPr lang="de-DE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Set </a:t>
            </a:r>
            <a:r>
              <a:rPr lang="de-DE" err="1">
                <a:solidFill>
                  <a:schemeClr val="tx1"/>
                </a:solidFill>
              </a:rPr>
              <a:t>Constraints</a:t>
            </a:r>
            <a:endParaRPr lang="de-DE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Simulation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err="1">
                <a:solidFill>
                  <a:schemeClr val="tx1"/>
                </a:solidFill>
              </a:rPr>
              <a:t>Logic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debugging</a:t>
            </a:r>
            <a:endParaRPr lang="de-DE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Synthesis and Implementation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Generate </a:t>
            </a:r>
            <a:r>
              <a:rPr lang="de-DE" err="1">
                <a:solidFill>
                  <a:schemeClr val="tx1"/>
                </a:solidFill>
              </a:rPr>
              <a:t>Bitstream</a:t>
            </a:r>
            <a:r>
              <a:rPr lang="de-DE">
                <a:solidFill>
                  <a:schemeClr val="tx1"/>
                </a:solidFill>
              </a:rPr>
              <a:t>  PL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1"/>
                </a:solidFill>
              </a:rPr>
              <a:t>Export XSA </a:t>
            </a:r>
            <a:r>
              <a:rPr lang="de-DE" err="1">
                <a:solidFill>
                  <a:schemeClr val="tx1"/>
                </a:solidFill>
              </a:rPr>
              <a:t>file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for</a:t>
            </a:r>
            <a:r>
              <a:rPr lang="de-DE">
                <a:solidFill>
                  <a:schemeClr val="tx1"/>
                </a:solidFill>
              </a:rPr>
              <a:t> Vitis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42BEFD20-E024-47E4-AA4E-7242A8EB2A7E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59391" y="545109"/>
            <a:ext cx="6434355" cy="3963563"/>
          </a:xfr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82DFAA-BF8C-4555-9E5F-7E0E46ABF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86BC93E9-6F0E-48A0-84F1-76AB1227C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311098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A7A95-F02F-4D4D-A67A-6F7D47F79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MPSoC</a:t>
            </a:r>
            <a:r>
              <a:rPr lang="de-DE"/>
              <a:t> </a:t>
            </a:r>
            <a:r>
              <a:rPr lang="de-DE" err="1"/>
              <a:t>Configuration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976189-094A-48F5-97A2-22AC8758E20C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de-DE" err="1"/>
              <a:t>Zynq</a:t>
            </a:r>
            <a:r>
              <a:rPr lang="de-DE"/>
              <a:t> Ultrascale+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A647CE19-A084-4EC5-A220-090934BA61D1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608883" y="604935"/>
            <a:ext cx="5363460" cy="4220652"/>
          </a:xfr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4D8150-2F02-4879-9CC7-93E4190AE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75AEB47-441C-45CB-87A7-C017D9CC5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856301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491D91-9FBF-4533-9DE7-4674E75F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1 Vitis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299B8B-268A-44E2-B6CF-B584087CE4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6641" y="841182"/>
            <a:ext cx="1842565" cy="2831544"/>
          </a:xfrm>
        </p:spPr>
        <p:txBody>
          <a:bodyPr/>
          <a:lstStyle/>
          <a:p>
            <a:r>
              <a:rPr lang="de-DE" sz="1400" err="1">
                <a:solidFill>
                  <a:schemeClr val="tx1"/>
                </a:solidFill>
              </a:rPr>
              <a:t>Eclipse</a:t>
            </a:r>
            <a:r>
              <a:rPr lang="de-DE" sz="1400">
                <a:solidFill>
                  <a:schemeClr val="tx1"/>
                </a:solidFill>
              </a:rPr>
              <a:t> </a:t>
            </a:r>
            <a:r>
              <a:rPr lang="de-DE" sz="1400" err="1">
                <a:solidFill>
                  <a:schemeClr val="tx1"/>
                </a:solidFill>
              </a:rPr>
              <a:t>based</a:t>
            </a:r>
            <a:r>
              <a:rPr lang="de-DE" sz="1400">
                <a:solidFill>
                  <a:schemeClr val="tx1"/>
                </a:solidFill>
              </a:rPr>
              <a:t> IDE </a:t>
            </a:r>
            <a:r>
              <a:rPr lang="de-DE" sz="1400" err="1">
                <a:solidFill>
                  <a:schemeClr val="tx1"/>
                </a:solidFill>
              </a:rPr>
              <a:t>to</a:t>
            </a:r>
            <a:r>
              <a:rPr lang="de-DE" sz="1400">
                <a:solidFill>
                  <a:schemeClr val="tx1"/>
                </a:solidFill>
              </a:rPr>
              <a:t>  </a:t>
            </a:r>
            <a:r>
              <a:rPr lang="de-DE" sz="1400" err="1">
                <a:solidFill>
                  <a:schemeClr val="tx1"/>
                </a:solidFill>
              </a:rPr>
              <a:t>program</a:t>
            </a:r>
            <a:r>
              <a:rPr lang="de-DE" sz="1400">
                <a:solidFill>
                  <a:schemeClr val="tx1"/>
                </a:solidFill>
              </a:rPr>
              <a:t> </a:t>
            </a:r>
            <a:r>
              <a:rPr lang="de-DE" sz="1400" err="1">
                <a:solidFill>
                  <a:schemeClr val="tx1"/>
                </a:solidFill>
              </a:rPr>
              <a:t>the</a:t>
            </a:r>
            <a:r>
              <a:rPr lang="de-DE" sz="1400">
                <a:solidFill>
                  <a:schemeClr val="tx1"/>
                </a:solidFill>
              </a:rPr>
              <a:t> </a:t>
            </a:r>
            <a:r>
              <a:rPr lang="de-DE" sz="1400" err="1">
                <a:solidFill>
                  <a:schemeClr val="tx1"/>
                </a:solidFill>
              </a:rPr>
              <a:t>Processor</a:t>
            </a:r>
            <a:r>
              <a:rPr lang="de-DE" sz="1400">
                <a:solidFill>
                  <a:schemeClr val="tx1"/>
                </a:solidFill>
              </a:rPr>
              <a:t> </a:t>
            </a:r>
            <a:r>
              <a:rPr lang="de-DE" sz="1400" err="1">
                <a:solidFill>
                  <a:schemeClr val="tx1"/>
                </a:solidFill>
              </a:rPr>
              <a:t>subsystem</a:t>
            </a:r>
            <a:endParaRPr lang="de-DE" sz="1400">
              <a:solidFill>
                <a:schemeClr val="tx1"/>
              </a:solidFill>
            </a:endParaRPr>
          </a:p>
          <a:p>
            <a:r>
              <a:rPr lang="de-DE" sz="1400">
                <a:solidFill>
                  <a:schemeClr val="tx1"/>
                </a:solidFill>
              </a:rPr>
              <a:t>BSP </a:t>
            </a:r>
            <a:r>
              <a:rPr lang="de-DE" sz="1400" err="1">
                <a:solidFill>
                  <a:schemeClr val="tx1"/>
                </a:solidFill>
              </a:rPr>
              <a:t>generation</a:t>
            </a:r>
            <a:endParaRPr lang="de-DE" sz="1400">
              <a:solidFill>
                <a:schemeClr val="tx1"/>
              </a:solidFill>
            </a:endParaRPr>
          </a:p>
          <a:p>
            <a:r>
              <a:rPr lang="de-DE" sz="1400" err="1">
                <a:solidFill>
                  <a:schemeClr val="tx1"/>
                </a:solidFill>
              </a:rPr>
              <a:t>Application</a:t>
            </a:r>
            <a:r>
              <a:rPr lang="de-DE" sz="1400">
                <a:solidFill>
                  <a:schemeClr val="tx1"/>
                </a:solidFill>
              </a:rPr>
              <a:t> </a:t>
            </a:r>
            <a:r>
              <a:rPr lang="de-DE" sz="1400" err="1">
                <a:solidFill>
                  <a:schemeClr val="tx1"/>
                </a:solidFill>
              </a:rPr>
              <a:t>developement</a:t>
            </a:r>
            <a:endParaRPr lang="de-DE" sz="1400">
              <a:solidFill>
                <a:schemeClr val="tx1"/>
              </a:solidFill>
            </a:endParaRPr>
          </a:p>
          <a:p>
            <a:r>
              <a:rPr lang="de-DE" sz="1400">
                <a:solidFill>
                  <a:schemeClr val="tx1"/>
                </a:solidFill>
              </a:rPr>
              <a:t>Image </a:t>
            </a:r>
            <a:r>
              <a:rPr lang="de-DE" sz="1400" err="1">
                <a:solidFill>
                  <a:schemeClr val="tx1"/>
                </a:solidFill>
              </a:rPr>
              <a:t>creation</a:t>
            </a:r>
            <a:endParaRPr lang="de-DE" sz="1400">
              <a:solidFill>
                <a:schemeClr val="tx1"/>
              </a:solidFill>
            </a:endParaRPr>
          </a:p>
          <a:p>
            <a:r>
              <a:rPr lang="de-DE" sz="1400">
                <a:solidFill>
                  <a:schemeClr val="tx1"/>
                </a:solidFill>
              </a:rPr>
              <a:t>Run , </a:t>
            </a:r>
            <a:r>
              <a:rPr lang="de-DE" sz="1400" err="1">
                <a:solidFill>
                  <a:schemeClr val="tx1"/>
                </a:solidFill>
              </a:rPr>
              <a:t>debug</a:t>
            </a:r>
            <a:r>
              <a:rPr lang="de-DE" sz="1400">
                <a:solidFill>
                  <a:schemeClr val="tx1"/>
                </a:solidFill>
              </a:rPr>
              <a:t> </a:t>
            </a:r>
          </a:p>
          <a:p>
            <a:endParaRPr lang="de-DE" sz="1400">
              <a:solidFill>
                <a:schemeClr val="tx1"/>
              </a:solidFill>
            </a:endParaRPr>
          </a:p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4FCCCEE-DD10-4CBE-A9A1-AB10974EBDC1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37A4472A-8AA4-4D7C-A78F-A68F0A9AF167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258055" y="598575"/>
            <a:ext cx="6606207" cy="3995413"/>
          </a:xfr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760F35-EAD9-41F1-A25F-8B870D97D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D8D7813-EE1C-4C62-9000-196D89477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61141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6AD30A-B5C4-4025-B7AD-9A4A253D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 Carriers and SOMs –</a:t>
            </a:r>
            <a:r>
              <a:rPr lang="de-DE" err="1"/>
              <a:t>prepare</a:t>
            </a:r>
            <a:r>
              <a:rPr lang="de-DE"/>
              <a:t> </a:t>
            </a:r>
            <a:r>
              <a:rPr lang="de-DE" err="1"/>
              <a:t>boards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CD2B95B-DFC7-4D85-82AD-2D2EC829A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66EB9BF-22E7-4111-A4DF-923A05688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0DC3D3A5-3E62-45DB-9058-665F8BE8EDB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8056" y="985463"/>
            <a:ext cx="4178299" cy="2303195"/>
          </a:xfrm>
        </p:spPr>
        <p:txBody>
          <a:bodyPr/>
          <a:lstStyle/>
          <a:p>
            <a:r>
              <a:rPr lang="de-DE"/>
              <a:t>PE1 </a:t>
            </a:r>
            <a:r>
              <a:rPr lang="de-DE" err="1"/>
              <a:t>with</a:t>
            </a:r>
            <a:r>
              <a:rPr lang="de-DE"/>
              <a:t> ZU4EV:  </a:t>
            </a:r>
            <a:r>
              <a:rPr lang="de-DE">
                <a:hlinkClick r:id="rId2"/>
              </a:rPr>
              <a:t>Mercury_PE1_User_Manual_V06.pdf</a:t>
            </a:r>
            <a:endParaRPr lang="de-DE"/>
          </a:p>
          <a:p>
            <a:r>
              <a:rPr lang="de-DE"/>
              <a:t>DIP Switches</a:t>
            </a:r>
          </a:p>
          <a:p>
            <a:pPr lvl="1"/>
            <a:r>
              <a:rPr lang="en-US" sz="1600" b="0" i="0" u="none" strike="noStrike" baseline="0">
                <a:latin typeface="SegoeUI-Semilight"/>
              </a:rPr>
              <a:t>CFG A = [1: OFF, 2: OFF, 3: OFF, 4: ON]</a:t>
            </a:r>
          </a:p>
          <a:p>
            <a:pPr lvl="1"/>
            <a:r>
              <a:rPr lang="en-US" sz="1600" b="0" i="0" u="none" strike="noStrike" baseline="0">
                <a:latin typeface="SegoeUI-Semilight"/>
              </a:rPr>
              <a:t>CFG B = [1: OFF, 2: OFF, 3: ON, 4: OFF]</a:t>
            </a:r>
          </a:p>
          <a:p>
            <a:pPr marL="15875" indent="0">
              <a:buNone/>
            </a:pPr>
            <a:r>
              <a:rPr lang="en-US" sz="1800">
                <a:latin typeface="SegoeUI-Semilight"/>
              </a:rPr>
              <a:t>-&gt; Set for</a:t>
            </a:r>
          </a:p>
          <a:p>
            <a:pPr marL="204787" lvl="1" indent="0">
              <a:buNone/>
            </a:pPr>
            <a:r>
              <a:rPr lang="en-US" sz="1600">
                <a:latin typeface="SegoeUI-Semilight"/>
              </a:rPr>
              <a:t> JTAG</a:t>
            </a:r>
            <a:endParaRPr lang="de-DE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FD5A365B-C900-452A-BDD1-D7583CB3EA8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07647" y="1004538"/>
            <a:ext cx="4249087" cy="1554272"/>
          </a:xfrm>
        </p:spPr>
        <p:txBody>
          <a:bodyPr/>
          <a:lstStyle/>
          <a:p>
            <a:r>
              <a:rPr lang="de-DE"/>
              <a:t>ST1 </a:t>
            </a:r>
            <a:r>
              <a:rPr lang="de-DE" err="1"/>
              <a:t>with</a:t>
            </a:r>
            <a:r>
              <a:rPr lang="de-DE"/>
              <a:t> ZU2CG </a:t>
            </a:r>
            <a:r>
              <a:rPr lang="en-US">
                <a:hlinkClick r:id="rId3"/>
              </a:rPr>
              <a:t>Mercury_ST1_User_Manual_V03.pdf</a:t>
            </a:r>
            <a:endParaRPr lang="en-US"/>
          </a:p>
          <a:p>
            <a:r>
              <a:rPr lang="en-US"/>
              <a:t>Dip Switch:</a:t>
            </a:r>
          </a:p>
          <a:p>
            <a:pPr lvl="1"/>
            <a:r>
              <a:rPr lang="en-US" sz="1600"/>
              <a:t>CFG A = [1: OFF, 2: OFF, 3: ON, 4: ON]</a:t>
            </a:r>
          </a:p>
          <a:p>
            <a:pPr lvl="1"/>
            <a:r>
              <a:rPr lang="en-US" sz="1600"/>
              <a:t>Set for JTAG</a:t>
            </a:r>
            <a:endParaRPr lang="de-DE" sz="160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8F3BE0F-B544-4269-AD77-CCAE330A9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154" y="2725073"/>
            <a:ext cx="3943350" cy="1457325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46065A9-D3FF-41F3-8EDD-39785158D21E}"/>
              </a:ext>
            </a:extLst>
          </p:cNvPr>
          <p:cNvCxnSpPr/>
          <p:nvPr/>
        </p:nvCxnSpPr>
        <p:spPr>
          <a:xfrm flipH="1">
            <a:off x="5058494" y="3508753"/>
            <a:ext cx="2654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F9E973E-12C5-43A1-B729-18918BE0EC15}"/>
              </a:ext>
            </a:extLst>
          </p:cNvPr>
          <p:cNvCxnSpPr/>
          <p:nvPr/>
        </p:nvCxnSpPr>
        <p:spPr>
          <a:xfrm flipH="1">
            <a:off x="5058494" y="3592260"/>
            <a:ext cx="2654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93E726ED-9D45-4F8C-AF2B-F5499A578D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194808" y="1831355"/>
            <a:ext cx="1483313" cy="2999775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E31D9DE-911C-46DA-90D3-DC3E00401761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9769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9F0B1-D9D3-497F-828D-B69643159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2 Carriers and SOMs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9E600F-DCB0-4603-9E1F-9CD03A7227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2412" y="3866700"/>
            <a:ext cx="5580061" cy="307777"/>
          </a:xfrm>
        </p:spPr>
        <p:txBody>
          <a:bodyPr/>
          <a:lstStyle/>
          <a:p>
            <a:r>
              <a:rPr lang="de-DE" sz="2000" b="1">
                <a:solidFill>
                  <a:schemeClr val="tx1"/>
                </a:solidFill>
              </a:rPr>
              <a:t>Close Enclustra MCT Tool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F553C8-9868-4ABA-8B0F-C7F671FACF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de-DE"/>
              <a:t>MCT Tool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011A9B8-2150-49B4-A094-AB5006684A6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2412" y="914401"/>
            <a:ext cx="8439436" cy="2964914"/>
          </a:xfrm>
        </p:spPr>
        <p:txBody>
          <a:bodyPr/>
          <a:lstStyle/>
          <a:p>
            <a:r>
              <a:rPr lang="de-DE">
                <a:solidFill>
                  <a:schemeClr val="accent5"/>
                </a:solidFill>
              </a:rPr>
              <a:t>Connect USB Cable </a:t>
            </a:r>
            <a:r>
              <a:rPr lang="de-DE" err="1">
                <a:solidFill>
                  <a:schemeClr val="accent5"/>
                </a:solidFill>
              </a:rPr>
              <a:t>to</a:t>
            </a:r>
            <a:r>
              <a:rPr lang="de-DE">
                <a:solidFill>
                  <a:schemeClr val="accent5"/>
                </a:solidFill>
              </a:rPr>
              <a:t> PE1 </a:t>
            </a:r>
            <a:r>
              <a:rPr lang="de-DE" err="1">
                <a:solidFill>
                  <a:schemeClr val="accent5"/>
                </a:solidFill>
              </a:rPr>
              <a:t>or</a:t>
            </a:r>
            <a:r>
              <a:rPr lang="de-DE">
                <a:solidFill>
                  <a:schemeClr val="accent5"/>
                </a:solidFill>
              </a:rPr>
              <a:t> ST1      </a:t>
            </a:r>
            <a:r>
              <a:rPr lang="de-DE" b="1">
                <a:solidFill>
                  <a:schemeClr val="accent5"/>
                </a:solidFill>
              </a:rPr>
              <a:t>FIRST: USB, Second: POWER </a:t>
            </a:r>
          </a:p>
          <a:p>
            <a:r>
              <a:rPr lang="de-DE" err="1">
                <a:solidFill>
                  <a:schemeClr val="tx1"/>
                </a:solidFill>
              </a:rPr>
              <a:t>Disonnect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other</a:t>
            </a:r>
            <a:r>
              <a:rPr lang="de-DE">
                <a:solidFill>
                  <a:schemeClr val="tx1"/>
                </a:solidFill>
              </a:rPr>
              <a:t> FTDI </a:t>
            </a:r>
            <a:r>
              <a:rPr lang="de-DE" err="1">
                <a:solidFill>
                  <a:schemeClr val="tx1"/>
                </a:solidFill>
              </a:rPr>
              <a:t>devices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from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your</a:t>
            </a:r>
            <a:r>
              <a:rPr lang="de-DE">
                <a:solidFill>
                  <a:schemeClr val="tx1"/>
                </a:solidFill>
              </a:rPr>
              <a:t> PC </a:t>
            </a:r>
            <a:r>
              <a:rPr lang="de-DE" err="1">
                <a:solidFill>
                  <a:schemeClr val="tx1"/>
                </a:solidFill>
              </a:rPr>
              <a:t>before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proceeding</a:t>
            </a:r>
            <a:endParaRPr lang="de-DE">
              <a:solidFill>
                <a:schemeClr val="tx1"/>
              </a:solidFill>
            </a:endParaRPr>
          </a:p>
          <a:p>
            <a:r>
              <a:rPr lang="de-DE"/>
              <a:t>Power: 12V on</a:t>
            </a:r>
          </a:p>
          <a:p>
            <a:r>
              <a:rPr lang="de-DE"/>
              <a:t>Open MCT Tool </a:t>
            </a:r>
            <a:r>
              <a:rPr lang="de-DE" err="1"/>
              <a:t>from</a:t>
            </a:r>
            <a:r>
              <a:rPr lang="de-DE"/>
              <a:t> Enclustra</a:t>
            </a:r>
          </a:p>
          <a:p>
            <a:pPr algn="l"/>
            <a:r>
              <a:rPr lang="en-US" b="0" i="0" u="none" strike="noStrike" baseline="0">
                <a:latin typeface="SegoeUI-Semilight"/>
              </a:rPr>
              <a:t>1. Open the MCT and click the </a:t>
            </a:r>
            <a:r>
              <a:rPr lang="en-US" b="1" i="0" u="none" strike="noStrike" baseline="0">
                <a:latin typeface="SegoeUI-Bold"/>
              </a:rPr>
              <a:t>Enumerate </a:t>
            </a:r>
            <a:r>
              <a:rPr lang="en-US" b="0" i="0" u="none" strike="noStrike" baseline="0">
                <a:latin typeface="SegoeUI-Semilight"/>
              </a:rPr>
              <a:t>button</a:t>
            </a:r>
          </a:p>
          <a:p>
            <a:pPr algn="l"/>
            <a:r>
              <a:rPr lang="en-US" b="0" i="0" u="none" strike="noStrike" baseline="0">
                <a:latin typeface="SegoeUI-Semilight"/>
              </a:rPr>
              <a:t>2. In the Action pane, navigate to the </a:t>
            </a:r>
            <a:r>
              <a:rPr lang="en-US" b="1" i="0" u="none" strike="noStrike" baseline="0">
                <a:latin typeface="SegoeUI-Bold"/>
              </a:rPr>
              <a:t>FTDI Configuration </a:t>
            </a:r>
            <a:r>
              <a:rPr lang="en-US" b="0" i="0" u="none" strike="noStrike" baseline="0">
                <a:latin typeface="SegoeUI-Semilight"/>
              </a:rPr>
              <a:t>section</a:t>
            </a:r>
          </a:p>
          <a:p>
            <a:pPr algn="l"/>
            <a:r>
              <a:rPr lang="en-US" b="0" i="0" u="none" strike="noStrike" baseline="0">
                <a:latin typeface="SegoeUI-Semilight"/>
              </a:rPr>
              <a:t>3. For the Device mode, select </a:t>
            </a:r>
            <a:r>
              <a:rPr lang="en-US" b="1" i="0" u="none" strike="noStrike" baseline="0">
                <a:latin typeface="SegoeUI-Bold"/>
              </a:rPr>
              <a:t>Xilinx JTAG</a:t>
            </a:r>
          </a:p>
          <a:p>
            <a:pPr algn="l"/>
            <a:r>
              <a:rPr lang="en-US" b="0" i="0" u="none" strike="noStrike" baseline="0">
                <a:latin typeface="SegoeUI-Semilight"/>
              </a:rPr>
              <a:t>4. Press the </a:t>
            </a:r>
            <a:r>
              <a:rPr lang="en-US" b="1" i="0" u="none" strike="noStrike" baseline="0">
                <a:latin typeface="SegoeUI-Bold"/>
              </a:rPr>
              <a:t>Set device mode </a:t>
            </a:r>
            <a:r>
              <a:rPr lang="en-US" b="0" i="0" u="none" strike="noStrike" baseline="0">
                <a:latin typeface="SegoeUI-Semilight"/>
              </a:rPr>
              <a:t>button and wait the process to complete.</a:t>
            </a:r>
          </a:p>
          <a:p>
            <a:pPr algn="l"/>
            <a:r>
              <a:rPr lang="en-US" b="0" i="0" u="none" strike="noStrike" baseline="0">
                <a:latin typeface="SegoeUI-Semilight"/>
              </a:rPr>
              <a:t>5. Detach and reconnect all USB cables and power afterwards.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2BE6D8-6C3F-48C7-AA0C-462D9792F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A670A56-E588-4FAF-A2A1-C64DCDBF8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EFB54852-F46B-4E47-B2E1-E004E0B8DAA3}"/>
              </a:ext>
            </a:extLst>
          </p:cNvPr>
          <p:cNvSpPr txBox="1">
            <a:spLocks/>
          </p:cNvSpPr>
          <p:nvPr/>
        </p:nvSpPr>
        <p:spPr>
          <a:xfrm>
            <a:off x="58317" y="4147186"/>
            <a:ext cx="8633531" cy="169277"/>
          </a:xfrm>
          <a:prstGeom prst="rect">
            <a:avLst/>
          </a:prstGeom>
        </p:spPr>
        <p:txBody>
          <a:bodyPr/>
          <a:lstStyle>
            <a:lvl1pPr marL="173038" indent="-157163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361950" indent="-182563" algn="l" defTabSz="447675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/>
              <a:buChar char="•"/>
              <a:defRPr sz="1200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2pPr>
            <a:lvl3pPr marL="538163" indent="-179388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100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3pPr>
            <a:lvl4pPr marL="719138" indent="-179388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050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4pPr>
            <a:lvl5pPr marL="896938" indent="-185738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050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5pPr>
            <a:lvl6pPr marL="896112" indent="-182880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1050" kern="1200" baseline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896112" indent="-182880" algn="l" defTabSz="457200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105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indent="0">
              <a:buNone/>
            </a:pPr>
            <a:r>
              <a:rPr lang="de-DE" b="1">
                <a:solidFill>
                  <a:schemeClr val="tx1"/>
                </a:solidFill>
              </a:rPr>
              <a:t> FTDI </a:t>
            </a:r>
            <a:r>
              <a:rPr lang="de-DE" b="1" err="1">
                <a:solidFill>
                  <a:schemeClr val="tx1"/>
                </a:solidFill>
              </a:rPr>
              <a:t>drivers</a:t>
            </a:r>
            <a:r>
              <a:rPr lang="de-DE" b="1">
                <a:solidFill>
                  <a:schemeClr val="tx1"/>
                </a:solidFill>
              </a:rPr>
              <a:t> </a:t>
            </a:r>
            <a:r>
              <a:rPr lang="de-DE" b="1" err="1">
                <a:solidFill>
                  <a:schemeClr val="tx1"/>
                </a:solidFill>
              </a:rPr>
              <a:t>help</a:t>
            </a:r>
            <a:r>
              <a:rPr lang="de-DE" b="1">
                <a:solidFill>
                  <a:schemeClr val="tx1"/>
                </a:solidFill>
              </a:rPr>
              <a:t>: </a:t>
            </a:r>
          </a:p>
          <a:p>
            <a:r>
              <a:rPr lang="de-DE">
                <a:hlinkClick r:id="rId2"/>
              </a:rPr>
              <a:t>https://github.schneider-electric.com/DIP/HDF-Xilinx-US-plus/blob/master/docs/Enclustra_board.md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5511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6AD30A-B5C4-4025-B7AD-9A4A253D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 Hello World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180CCB-27B9-41A4-86A6-7F16169F6F67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CD2B95B-DFC7-4D85-82AD-2D2EC829A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66EB9BF-22E7-4111-A4DF-923A05688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0DC3D3A5-3E62-45DB-9058-665F8BE8EDB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2412" y="1203326"/>
            <a:ext cx="4178299" cy="1590179"/>
          </a:xfrm>
        </p:spPr>
        <p:txBody>
          <a:bodyPr/>
          <a:lstStyle/>
          <a:p>
            <a:r>
              <a:rPr lang="de-DE"/>
              <a:t>PE1 </a:t>
            </a:r>
            <a:r>
              <a:rPr lang="de-DE" err="1"/>
              <a:t>with</a:t>
            </a:r>
            <a:r>
              <a:rPr lang="de-DE"/>
              <a:t> ZU4EV</a:t>
            </a:r>
          </a:p>
          <a:p>
            <a:r>
              <a:rPr lang="de-DE"/>
              <a:t>Import Project </a:t>
            </a:r>
            <a:r>
              <a:rPr lang="de-DE" err="1"/>
              <a:t>from</a:t>
            </a:r>
            <a:r>
              <a:rPr lang="de-DE"/>
              <a:t> Teams:</a:t>
            </a:r>
          </a:p>
          <a:p>
            <a:r>
              <a:rPr lang="de-DE">
                <a:hlinkClick r:id="rId2"/>
              </a:rPr>
              <a:t> 4EV_Hands-on.ide.zip</a:t>
            </a:r>
            <a:endParaRPr lang="de-DE"/>
          </a:p>
          <a:p>
            <a:r>
              <a:rPr lang="de-DE"/>
              <a:t>In Vitis, Menu „File“ -&gt;Import Vitis </a:t>
            </a:r>
            <a:r>
              <a:rPr lang="de-DE" err="1"/>
              <a:t>project</a:t>
            </a:r>
            <a:endParaRPr lang="de-DE"/>
          </a:p>
          <a:p>
            <a:r>
              <a:rPr lang="de-DE"/>
              <a:t>-&gt;</a:t>
            </a:r>
            <a:r>
              <a:rPr lang="de-DE" err="1"/>
              <a:t>Build</a:t>
            </a:r>
            <a:r>
              <a:rPr lang="de-DE"/>
              <a:t> Project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FD5A365B-C900-452A-BDD1-D7583CB3EA8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1074" y="1203326"/>
            <a:ext cx="4100511" cy="1590179"/>
          </a:xfrm>
        </p:spPr>
        <p:txBody>
          <a:bodyPr/>
          <a:lstStyle/>
          <a:p>
            <a:r>
              <a:rPr lang="de-DE"/>
              <a:t>ST1 </a:t>
            </a:r>
            <a:r>
              <a:rPr lang="de-DE" err="1"/>
              <a:t>with</a:t>
            </a:r>
            <a:r>
              <a:rPr lang="de-DE"/>
              <a:t> ZU2CG</a:t>
            </a:r>
          </a:p>
          <a:p>
            <a:r>
              <a:rPr lang="de-DE"/>
              <a:t>Import Project </a:t>
            </a:r>
            <a:r>
              <a:rPr lang="de-DE" err="1"/>
              <a:t>from</a:t>
            </a:r>
            <a:r>
              <a:rPr lang="de-DE"/>
              <a:t> Teams:</a:t>
            </a:r>
          </a:p>
          <a:p>
            <a:r>
              <a:rPr lang="de-DE"/>
              <a:t> </a:t>
            </a:r>
            <a:r>
              <a:rPr lang="de-DE">
                <a:hlinkClick r:id="rId3"/>
              </a:rPr>
              <a:t>ZU2CG_example.zip</a:t>
            </a:r>
            <a:endParaRPr lang="de-DE"/>
          </a:p>
          <a:p>
            <a:r>
              <a:rPr lang="de-DE"/>
              <a:t>In Vitis, Menu „File“ -&gt;Import Vitis </a:t>
            </a:r>
            <a:r>
              <a:rPr lang="de-DE" err="1"/>
              <a:t>project</a:t>
            </a:r>
            <a:endParaRPr lang="de-DE"/>
          </a:p>
          <a:p>
            <a:r>
              <a:rPr lang="de-DE"/>
              <a:t>-&gt;</a:t>
            </a:r>
            <a:r>
              <a:rPr lang="de-DE" err="1"/>
              <a:t>Build</a:t>
            </a:r>
            <a:r>
              <a:rPr lang="de-DE"/>
              <a:t> Project</a:t>
            </a:r>
          </a:p>
        </p:txBody>
      </p:sp>
    </p:spTree>
    <p:extLst>
      <p:ext uri="{BB962C8B-B14F-4D97-AF65-F5344CB8AC3E}">
        <p14:creationId xmlns:p14="http://schemas.microsoft.com/office/powerpoint/2010/main" val="1240358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9F0B1-D9D3-497F-828D-B69643159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 Hello World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F553C8-9868-4ABA-8B0F-C7F671FACF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de-DE"/>
              <a:t>Serial Interface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011A9B8-2150-49B4-A094-AB5006684A6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2412" y="1203326"/>
            <a:ext cx="5580062" cy="1590179"/>
          </a:xfrm>
        </p:spPr>
        <p:txBody>
          <a:bodyPr/>
          <a:lstStyle/>
          <a:p>
            <a:r>
              <a:rPr lang="de-DE"/>
              <a:t>In Vitis </a:t>
            </a:r>
            <a:r>
              <a:rPr lang="de-DE" err="1"/>
              <a:t>select</a:t>
            </a:r>
            <a:r>
              <a:rPr lang="de-DE"/>
              <a:t> Tab „ Vitis </a:t>
            </a:r>
            <a:r>
              <a:rPr lang="de-DE" err="1"/>
              <a:t>serial</a:t>
            </a:r>
            <a:r>
              <a:rPr lang="de-DE"/>
              <a:t> Terminal“ on </a:t>
            </a:r>
            <a:r>
              <a:rPr lang="de-DE" err="1"/>
              <a:t>left</a:t>
            </a:r>
            <a:r>
              <a:rPr lang="de-DE"/>
              <a:t> </a:t>
            </a:r>
            <a:r>
              <a:rPr lang="de-DE" err="1"/>
              <a:t>bottom</a:t>
            </a:r>
            <a:r>
              <a:rPr lang="de-DE"/>
              <a:t> </a:t>
            </a:r>
            <a:r>
              <a:rPr lang="de-DE" err="1"/>
              <a:t>window</a:t>
            </a:r>
            <a:r>
              <a:rPr lang="de-DE"/>
              <a:t>.</a:t>
            </a:r>
          </a:p>
          <a:p>
            <a:r>
              <a:rPr lang="de-DE"/>
              <a:t>Click on „+“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serial</a:t>
            </a:r>
            <a:r>
              <a:rPr lang="de-DE"/>
              <a:t> </a:t>
            </a:r>
            <a:r>
              <a:rPr lang="de-DE" err="1"/>
              <a:t>port</a:t>
            </a:r>
            <a:r>
              <a:rPr lang="de-DE"/>
              <a:t>:</a:t>
            </a:r>
          </a:p>
          <a:p>
            <a:r>
              <a:rPr lang="de-DE"/>
              <a:t>Select </a:t>
            </a:r>
            <a:r>
              <a:rPr lang="de-DE" b="1" err="1"/>
              <a:t>your</a:t>
            </a:r>
            <a:r>
              <a:rPr lang="de-DE" b="1"/>
              <a:t> </a:t>
            </a:r>
            <a:r>
              <a:rPr lang="de-DE" b="1" err="1"/>
              <a:t>serial</a:t>
            </a:r>
            <a:r>
              <a:rPr lang="de-DE" b="1"/>
              <a:t> </a:t>
            </a:r>
            <a:r>
              <a:rPr lang="de-DE" b="1" err="1"/>
              <a:t>port</a:t>
            </a:r>
            <a:r>
              <a:rPr lang="de-DE" b="1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device</a:t>
            </a:r>
            <a:r>
              <a:rPr lang="de-DE"/>
              <a:t> </a:t>
            </a:r>
            <a:r>
              <a:rPr lang="de-DE" err="1"/>
              <a:t>tree</a:t>
            </a:r>
            <a:r>
              <a:rPr lang="de-DE"/>
              <a:t> (</a:t>
            </a:r>
            <a:r>
              <a:rPr lang="de-DE" err="1"/>
              <a:t>must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not com7 )</a:t>
            </a:r>
          </a:p>
          <a:p>
            <a:r>
              <a:rPr lang="de-DE"/>
              <a:t>Baud rate and </a:t>
            </a:r>
            <a:r>
              <a:rPr lang="de-DE" err="1"/>
              <a:t>settings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default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Zynq</a:t>
            </a:r>
            <a:r>
              <a:rPr lang="de-DE"/>
              <a:t> Ultrascale+</a:t>
            </a:r>
          </a:p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2BE6D8-6C3F-48C7-AA0C-462D9792F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A670A56-E588-4FAF-A2A1-C64DCDBF8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A40CDF9-E32A-465D-A8E5-D1727E86A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079" y="782584"/>
            <a:ext cx="23907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80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6AD30A-B5C4-4025-B7AD-9A4A253D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56" y="230188"/>
            <a:ext cx="8633531" cy="523220"/>
          </a:xfrm>
        </p:spPr>
        <p:txBody>
          <a:bodyPr/>
          <a:lstStyle/>
          <a:p>
            <a:r>
              <a:rPr lang="de-DE"/>
              <a:t>3 Hello World    </a:t>
            </a:r>
            <a:r>
              <a:rPr lang="de-DE" err="1"/>
              <a:t>Debug</a:t>
            </a:r>
            <a:r>
              <a:rPr lang="de-DE"/>
              <a:t> Interface</a:t>
            </a:r>
            <a:br>
              <a:rPr lang="de-DE"/>
            </a:br>
            <a:r>
              <a:rPr lang="de-DE" sz="1400">
                <a:solidFill>
                  <a:schemeClr val="tx1"/>
                </a:solidFill>
              </a:rPr>
              <a:t>In Vitis , </a:t>
            </a:r>
            <a:r>
              <a:rPr lang="de-DE" sz="1400" err="1">
                <a:solidFill>
                  <a:schemeClr val="tx1"/>
                </a:solidFill>
              </a:rPr>
              <a:t>click</a:t>
            </a:r>
            <a:r>
              <a:rPr lang="de-DE" sz="1400">
                <a:solidFill>
                  <a:schemeClr val="tx1"/>
                </a:solidFill>
              </a:rPr>
              <a:t> on Button „Launch Target Connections“ on Top 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180CCB-27B9-41A4-86A6-7F16169F6F67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CD2B95B-DFC7-4D85-82AD-2D2EC829A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66EB9BF-22E7-4111-A4DF-923A05688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0DC3D3A5-3E62-45DB-9058-665F8BE8EDB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2412" y="1203326"/>
            <a:ext cx="4178299" cy="902811"/>
          </a:xfrm>
        </p:spPr>
        <p:txBody>
          <a:bodyPr/>
          <a:lstStyle/>
          <a:p>
            <a:r>
              <a:rPr lang="de-DE" err="1"/>
              <a:t>With</a:t>
            </a:r>
            <a:r>
              <a:rPr lang="de-DE"/>
              <a:t> USB </a:t>
            </a:r>
            <a:r>
              <a:rPr lang="de-DE" err="1"/>
              <a:t>cable</a:t>
            </a:r>
            <a:r>
              <a:rPr lang="de-DE"/>
              <a:t> (FTDI JTAG)</a:t>
            </a:r>
          </a:p>
          <a:p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no</a:t>
            </a:r>
            <a:r>
              <a:rPr lang="de-DE"/>
              <a:t> </a:t>
            </a:r>
            <a:r>
              <a:rPr lang="de-DE" err="1"/>
              <a:t>device</a:t>
            </a:r>
            <a:r>
              <a:rPr lang="de-DE"/>
              <a:t> </a:t>
            </a:r>
            <a:r>
              <a:rPr lang="de-DE" err="1"/>
              <a:t>appears</a:t>
            </a:r>
            <a:r>
              <a:rPr lang="de-DE"/>
              <a:t>, power on </a:t>
            </a:r>
            <a:r>
              <a:rPr lang="de-DE" err="1"/>
              <a:t>board</a:t>
            </a:r>
            <a:endParaRPr lang="de-DE"/>
          </a:p>
          <a:p>
            <a:r>
              <a:rPr lang="de-DE"/>
              <a:t>Xcu2 and arm_dap2 </a:t>
            </a:r>
            <a:r>
              <a:rPr lang="de-DE" err="1"/>
              <a:t>must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displayed</a:t>
            </a:r>
            <a:r>
              <a:rPr lang="de-DE"/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FD5A365B-C900-452A-BDD1-D7583CB3EA8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1074" y="1203326"/>
            <a:ext cx="4100511" cy="215444"/>
          </a:xfrm>
        </p:spPr>
        <p:txBody>
          <a:bodyPr/>
          <a:lstStyle/>
          <a:p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Platform</a:t>
            </a:r>
            <a:r>
              <a:rPr lang="de-DE"/>
              <a:t> Cable DLC10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DC32300-BD62-4EA4-9B83-75855391D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474" y="604935"/>
            <a:ext cx="506093" cy="506093"/>
          </a:xfrm>
          <a:prstGeom prst="rect">
            <a:avLst/>
          </a:prstGeom>
        </p:spPr>
      </p:pic>
      <p:pic>
        <p:nvPicPr>
          <p:cNvPr id="1026" name="Picture 2" descr="Bild">
            <a:extLst>
              <a:ext uri="{FF2B5EF4-FFF2-40B4-BE49-F238E27FC236}">
                <a16:creationId xmlns:a16="http://schemas.microsoft.com/office/drawing/2014/main" id="{E0DEAAA0-1F48-4E3E-BB1E-1D6141374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927" y="1148959"/>
            <a:ext cx="3206802" cy="370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459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9F0B1-D9D3-497F-828D-B69643159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 Hello World </a:t>
            </a:r>
            <a:r>
              <a:rPr lang="de-DE" err="1"/>
              <a:t>Debug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9E600F-DCB0-4603-9E1F-9CD03A7227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rot="10800000" flipH="1" flipV="1">
            <a:off x="6344434" y="1125053"/>
            <a:ext cx="2342366" cy="2282676"/>
          </a:xfrm>
        </p:spPr>
        <p:txBody>
          <a:bodyPr/>
          <a:lstStyle/>
          <a:p>
            <a:r>
              <a:rPr lang="de-DE">
                <a:solidFill>
                  <a:schemeClr val="tx1"/>
                </a:solidFill>
              </a:rPr>
              <a:t>In </a:t>
            </a:r>
            <a:r>
              <a:rPr lang="de-DE" err="1">
                <a:solidFill>
                  <a:schemeClr val="tx1"/>
                </a:solidFill>
              </a:rPr>
              <a:t>tab</a:t>
            </a:r>
            <a:r>
              <a:rPr lang="de-DE">
                <a:solidFill>
                  <a:schemeClr val="tx1"/>
                </a:solidFill>
              </a:rPr>
              <a:t> „Main“ </a:t>
            </a:r>
            <a:r>
              <a:rPr lang="de-DE" err="1">
                <a:solidFill>
                  <a:schemeClr val="tx1"/>
                </a:solidFill>
              </a:rPr>
              <a:t>the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choosen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connection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must</a:t>
            </a:r>
            <a:r>
              <a:rPr lang="de-DE">
                <a:solidFill>
                  <a:schemeClr val="tx1"/>
                </a:solidFill>
              </a:rPr>
              <a:t> fit </a:t>
            </a:r>
            <a:r>
              <a:rPr lang="de-DE" err="1">
                <a:solidFill>
                  <a:schemeClr val="tx1"/>
                </a:solidFill>
              </a:rPr>
              <a:t>to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the</a:t>
            </a:r>
            <a:r>
              <a:rPr lang="de-DE">
                <a:solidFill>
                  <a:schemeClr val="tx1"/>
                </a:solidFill>
              </a:rPr>
              <a:t>  HW </a:t>
            </a:r>
            <a:r>
              <a:rPr lang="de-DE" err="1">
                <a:solidFill>
                  <a:schemeClr val="tx1"/>
                </a:solidFill>
              </a:rPr>
              <a:t>target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platform</a:t>
            </a:r>
            <a:r>
              <a:rPr lang="de-DE">
                <a:solidFill>
                  <a:schemeClr val="tx1"/>
                </a:solidFill>
              </a:rPr>
              <a:t> </a:t>
            </a:r>
          </a:p>
          <a:p>
            <a:r>
              <a:rPr lang="de-DE" err="1">
                <a:solidFill>
                  <a:schemeClr val="tx1"/>
                </a:solidFill>
              </a:rPr>
              <a:t>For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each</a:t>
            </a:r>
            <a:r>
              <a:rPr lang="de-DE">
                <a:solidFill>
                  <a:schemeClr val="tx1"/>
                </a:solidFill>
              </a:rPr>
              <a:t> SOM (Zu2CG,ZU4EV) a </a:t>
            </a:r>
            <a:r>
              <a:rPr lang="de-DE" err="1">
                <a:solidFill>
                  <a:schemeClr val="tx1"/>
                </a:solidFill>
              </a:rPr>
              <a:t>dedicated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platform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project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is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required</a:t>
            </a:r>
            <a:r>
              <a:rPr lang="de-DE">
                <a:solidFill>
                  <a:schemeClr val="tx1"/>
                </a:solidFill>
              </a:rPr>
              <a:t> </a:t>
            </a:r>
          </a:p>
          <a:p>
            <a:endParaRPr lang="de-DE">
              <a:solidFill>
                <a:schemeClr val="tx1"/>
              </a:solidFill>
            </a:endParaRPr>
          </a:p>
          <a:p>
            <a:r>
              <a:rPr lang="de-DE" sz="1800" b="1" err="1">
                <a:solidFill>
                  <a:schemeClr val="tx1"/>
                </a:solidFill>
              </a:rPr>
              <a:t>Tips</a:t>
            </a:r>
            <a:r>
              <a:rPr lang="de-DE" sz="1800" b="1">
                <a:solidFill>
                  <a:schemeClr val="tx1"/>
                </a:solidFill>
              </a:rPr>
              <a:t>: </a:t>
            </a:r>
          </a:p>
          <a:p>
            <a:r>
              <a:rPr lang="de-DE">
                <a:solidFill>
                  <a:schemeClr val="tx1"/>
                </a:solidFill>
              </a:rPr>
              <a:t>A reboot </a:t>
            </a:r>
            <a:r>
              <a:rPr lang="de-DE" err="1">
                <a:solidFill>
                  <a:schemeClr val="tx1"/>
                </a:solidFill>
              </a:rPr>
              <a:t>can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make</a:t>
            </a:r>
            <a:r>
              <a:rPr lang="de-DE">
                <a:solidFill>
                  <a:schemeClr val="tx1"/>
                </a:solidFill>
              </a:rPr>
              <a:t> Vitis fast </a:t>
            </a:r>
            <a:r>
              <a:rPr lang="de-DE" err="1">
                <a:solidFill>
                  <a:schemeClr val="tx1"/>
                </a:solidFill>
              </a:rPr>
              <a:t>again</a:t>
            </a:r>
            <a:r>
              <a:rPr lang="de-DE">
                <a:solidFill>
                  <a:schemeClr val="tx1"/>
                </a:solidFill>
              </a:rPr>
              <a:t>.</a:t>
            </a:r>
          </a:p>
          <a:p>
            <a:r>
              <a:rPr lang="de-DE">
                <a:solidFill>
                  <a:schemeClr val="tx1"/>
                </a:solidFill>
              </a:rPr>
              <a:t>Take care </a:t>
            </a:r>
            <a:r>
              <a:rPr lang="de-DE" err="1">
                <a:solidFill>
                  <a:schemeClr val="tx1"/>
                </a:solidFill>
              </a:rPr>
              <a:t>of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correctnes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of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the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debug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 err="1">
                <a:solidFill>
                  <a:schemeClr val="tx1"/>
                </a:solidFill>
              </a:rPr>
              <a:t>configuration</a:t>
            </a:r>
            <a:endParaRPr lang="de-DE">
              <a:solidFill>
                <a:schemeClr val="tx1"/>
              </a:solidFill>
            </a:endParaRPr>
          </a:p>
          <a:p>
            <a:r>
              <a:rPr lang="de-DE">
                <a:solidFill>
                  <a:schemeClr val="tx1"/>
                </a:solidFill>
              </a:rPr>
              <a:t>Look at </a:t>
            </a:r>
            <a:r>
              <a:rPr lang="de-DE" err="1">
                <a:solidFill>
                  <a:schemeClr val="tx1"/>
                </a:solidFill>
              </a:rPr>
              <a:t>the</a:t>
            </a:r>
            <a:r>
              <a:rPr lang="de-DE">
                <a:solidFill>
                  <a:schemeClr val="tx1"/>
                </a:solidFill>
              </a:rPr>
              <a:t> ST1 Manual</a:t>
            </a:r>
          </a:p>
          <a:p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F553C8-9868-4ABA-8B0F-C7F671FACF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de-DE" err="1"/>
              <a:t>Debug</a:t>
            </a:r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011A9B8-2150-49B4-A094-AB5006684A6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2411" y="841182"/>
            <a:ext cx="7131681" cy="559127"/>
          </a:xfrm>
        </p:spPr>
        <p:txBody>
          <a:bodyPr/>
          <a:lstStyle/>
          <a:p>
            <a:r>
              <a:rPr lang="de-DE"/>
              <a:t>Click on  ZU2CG_ST1_App in </a:t>
            </a:r>
            <a:r>
              <a:rPr lang="de-DE" err="1"/>
              <a:t>left</a:t>
            </a:r>
            <a:r>
              <a:rPr lang="de-DE"/>
              <a:t> Explorer </a:t>
            </a:r>
            <a:r>
              <a:rPr lang="de-DE" err="1"/>
              <a:t>window</a:t>
            </a:r>
            <a:r>
              <a:rPr lang="de-DE"/>
              <a:t> (</a:t>
            </a:r>
            <a:r>
              <a:rPr lang="de-DE" err="1"/>
              <a:t>right</a:t>
            </a:r>
            <a:r>
              <a:rPr lang="de-DE"/>
              <a:t> </a:t>
            </a:r>
            <a:r>
              <a:rPr lang="de-DE" err="1"/>
              <a:t>click</a:t>
            </a:r>
            <a:r>
              <a:rPr lang="de-DE"/>
              <a:t>)</a:t>
            </a:r>
          </a:p>
          <a:p>
            <a:r>
              <a:rPr lang="de-DE"/>
              <a:t>Select „</a:t>
            </a:r>
            <a:r>
              <a:rPr lang="de-DE" err="1"/>
              <a:t>Debug</a:t>
            </a:r>
            <a:r>
              <a:rPr lang="de-DE"/>
              <a:t> As“ </a:t>
            </a:r>
            <a:r>
              <a:rPr lang="de-DE">
                <a:sym typeface="Wingdings" panose="05000000000000000000" pitchFamily="2" charset="2"/>
              </a:rPr>
              <a:t> </a:t>
            </a:r>
            <a:r>
              <a:rPr lang="de-DE" err="1"/>
              <a:t>Debug</a:t>
            </a:r>
            <a:r>
              <a:rPr lang="de-DE"/>
              <a:t> </a:t>
            </a:r>
            <a:r>
              <a:rPr lang="de-DE" err="1"/>
              <a:t>Configuration</a:t>
            </a:r>
            <a:r>
              <a:rPr lang="de-DE"/>
              <a:t> …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2BE6D8-6C3F-48C7-AA0C-462D9792F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A670A56-E588-4FAF-A2A1-C64DCDBF8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AAA6391-CC39-4404-93F9-9BC8BEC40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57" y="1459610"/>
            <a:ext cx="5240870" cy="334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96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6AD30A-B5C4-4025-B7AD-9A4A253D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 Hello  World Output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180CCB-27B9-41A4-86A6-7F16169F6F67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CD2B95B-DFC7-4D85-82AD-2D2EC829A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66EB9BF-22E7-4111-A4DF-923A05688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0DC3D3A5-3E62-45DB-9058-665F8BE8EDB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2412" y="841182"/>
            <a:ext cx="4178299" cy="902811"/>
          </a:xfrm>
        </p:spPr>
        <p:txBody>
          <a:bodyPr/>
          <a:lstStyle/>
          <a:p>
            <a:r>
              <a:rPr lang="de-DE"/>
              <a:t>Click on RUN</a:t>
            </a:r>
          </a:p>
          <a:p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should</a:t>
            </a:r>
            <a:r>
              <a:rPr lang="de-DE"/>
              <a:t> </a:t>
            </a:r>
            <a:r>
              <a:rPr lang="de-DE" err="1"/>
              <a:t>see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LEDs blink on </a:t>
            </a:r>
            <a:r>
              <a:rPr lang="de-DE" err="1"/>
              <a:t>the</a:t>
            </a:r>
            <a:r>
              <a:rPr lang="de-DE"/>
              <a:t> SOM</a:t>
            </a:r>
          </a:p>
          <a:p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set</a:t>
            </a:r>
            <a:r>
              <a:rPr lang="de-DE"/>
              <a:t> </a:t>
            </a:r>
            <a:r>
              <a:rPr lang="de-DE" err="1"/>
              <a:t>breakpoints</a:t>
            </a:r>
            <a:r>
              <a:rPr lang="de-DE"/>
              <a:t>, </a:t>
            </a:r>
            <a:r>
              <a:rPr lang="de-DE" err="1"/>
              <a:t>change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program</a:t>
            </a:r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1550990-962E-4687-808A-0F2B8EF4B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4" y="1829131"/>
            <a:ext cx="4448486" cy="261372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A77FCF2-A2BE-4EEA-A93C-49FA7A9F8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367" y="689572"/>
            <a:ext cx="3977014" cy="390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62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1D625-96D7-4CC9-8C7A-28C7C8042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 Hello World </a:t>
            </a:r>
            <a:r>
              <a:rPr lang="de-DE" err="1"/>
              <a:t>addons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068193-9F97-4CBB-889E-D11FB7FB8B8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de-DE"/>
              <a:t>XSA </a:t>
            </a:r>
            <a:r>
              <a:rPr lang="de-DE" err="1"/>
              <a:t>file</a:t>
            </a:r>
            <a:r>
              <a:rPr lang="de-DE"/>
              <a:t> </a:t>
            </a:r>
            <a:r>
              <a:rPr lang="de-DE" err="1"/>
              <a:t>Informations</a:t>
            </a:r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9CA70F-3CC3-44F8-A291-7699E1A6126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2412" y="1203326"/>
            <a:ext cx="4178299" cy="1461939"/>
          </a:xfrm>
        </p:spPr>
        <p:txBody>
          <a:bodyPr/>
          <a:lstStyle/>
          <a:p>
            <a:pPr marL="15875" indent="0">
              <a:buNone/>
            </a:pPr>
            <a:r>
              <a:rPr lang="de-DE"/>
              <a:t>Go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platform</a:t>
            </a:r>
            <a:r>
              <a:rPr lang="de-DE"/>
              <a:t> </a:t>
            </a:r>
            <a:r>
              <a:rPr lang="de-DE" err="1"/>
              <a:t>folder</a:t>
            </a:r>
            <a:r>
              <a:rPr lang="de-DE"/>
              <a:t> , and </a:t>
            </a:r>
            <a:r>
              <a:rPr lang="de-DE" err="1"/>
              <a:t>click</a:t>
            </a:r>
            <a:r>
              <a:rPr lang="de-DE"/>
              <a:t> on </a:t>
            </a:r>
            <a:r>
              <a:rPr lang="de-DE" err="1"/>
              <a:t>your</a:t>
            </a:r>
            <a:r>
              <a:rPr lang="de-DE"/>
              <a:t> XSA File</a:t>
            </a:r>
          </a:p>
          <a:p>
            <a:pPr marL="15875" indent="0">
              <a:buNone/>
            </a:pPr>
            <a:r>
              <a:rPr lang="de-DE"/>
              <a:t>The Hardware </a:t>
            </a:r>
            <a:r>
              <a:rPr lang="de-DE" err="1"/>
              <a:t>Platform</a:t>
            </a:r>
            <a:r>
              <a:rPr lang="de-DE"/>
              <a:t> </a:t>
            </a:r>
            <a:r>
              <a:rPr lang="de-DE" err="1"/>
              <a:t>specification</a:t>
            </a:r>
            <a:r>
              <a:rPr lang="de-DE"/>
              <a:t> </a:t>
            </a:r>
            <a:r>
              <a:rPr lang="de-DE" err="1"/>
              <a:t>should</a:t>
            </a:r>
            <a:r>
              <a:rPr lang="de-DE"/>
              <a:t> </a:t>
            </a:r>
            <a:r>
              <a:rPr lang="de-DE" err="1"/>
              <a:t>appear</a:t>
            </a:r>
            <a:endParaRPr lang="de-DE"/>
          </a:p>
          <a:p>
            <a:pPr marL="15875" indent="0">
              <a:buNone/>
            </a:pPr>
            <a:r>
              <a:rPr lang="de-DE"/>
              <a:t>-&gt; </a:t>
            </a:r>
            <a:r>
              <a:rPr lang="de-DE" err="1"/>
              <a:t>search</a:t>
            </a:r>
            <a:r>
              <a:rPr lang="de-DE"/>
              <a:t> in „Filter“ : </a:t>
            </a:r>
            <a:r>
              <a:rPr lang="de-DE" err="1"/>
              <a:t>gpio</a:t>
            </a:r>
            <a:r>
              <a:rPr lang="de-DE"/>
              <a:t> </a:t>
            </a:r>
          </a:p>
          <a:p>
            <a:pPr marL="15875" indent="0">
              <a:buNone/>
            </a:pPr>
            <a:r>
              <a:rPr lang="de-DE"/>
              <a:t>Click on „axi_gpio_0 , and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get</a:t>
            </a:r>
            <a:r>
              <a:rPr lang="de-DE"/>
              <a:t> </a:t>
            </a:r>
            <a:r>
              <a:rPr lang="de-DE" err="1"/>
              <a:t>config</a:t>
            </a:r>
            <a:r>
              <a:rPr lang="de-DE"/>
              <a:t> </a:t>
            </a:r>
            <a:r>
              <a:rPr lang="de-DE" err="1"/>
              <a:t>informations</a:t>
            </a:r>
            <a:endParaRPr lang="de-DE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42166D03-D9D8-4B6A-96BA-355359310684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4430711" y="604935"/>
            <a:ext cx="4684281" cy="2822533"/>
          </a:xfr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C1E534-BD96-4FAF-80D6-4ABCDEFBD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7F414AC-A5B1-4108-BD58-FA5CD2AAAB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631434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1D625-96D7-4CC9-8C7A-28C7C8042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 Hello World </a:t>
            </a:r>
            <a:r>
              <a:rPr lang="de-DE" err="1"/>
              <a:t>addons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068193-9F97-4CBB-889E-D11FB7FB8B8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de-DE" err="1"/>
              <a:t>Platform.spr</a:t>
            </a:r>
            <a:r>
              <a:rPr lang="de-DE"/>
              <a:t> </a:t>
            </a:r>
            <a:r>
              <a:rPr lang="de-DE" err="1"/>
              <a:t>file</a:t>
            </a:r>
            <a:r>
              <a:rPr lang="de-DE"/>
              <a:t> </a:t>
            </a:r>
            <a:r>
              <a:rPr lang="de-DE" err="1"/>
              <a:t>Informations</a:t>
            </a:r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9CA70F-3CC3-44F8-A291-7699E1A6126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2412" y="907026"/>
            <a:ext cx="4178299" cy="1805623"/>
          </a:xfrm>
        </p:spPr>
        <p:txBody>
          <a:bodyPr/>
          <a:lstStyle/>
          <a:p>
            <a:pPr marL="15875" indent="0">
              <a:buNone/>
            </a:pPr>
            <a:r>
              <a:rPr lang="de-DE"/>
              <a:t>Go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platform</a:t>
            </a:r>
            <a:r>
              <a:rPr lang="de-DE"/>
              <a:t> </a:t>
            </a:r>
            <a:r>
              <a:rPr lang="de-DE" err="1"/>
              <a:t>folder</a:t>
            </a:r>
            <a:r>
              <a:rPr lang="de-DE"/>
              <a:t> , and </a:t>
            </a:r>
            <a:r>
              <a:rPr lang="de-DE" err="1"/>
              <a:t>click</a:t>
            </a:r>
            <a:r>
              <a:rPr lang="de-DE"/>
              <a:t> on </a:t>
            </a:r>
            <a:r>
              <a:rPr lang="de-DE" err="1"/>
              <a:t>platform.xpr</a:t>
            </a:r>
            <a:endParaRPr lang="de-DE"/>
          </a:p>
          <a:p>
            <a:pPr marL="15875" indent="0">
              <a:buNone/>
            </a:pPr>
            <a:r>
              <a:rPr lang="de-DE"/>
              <a:t>The bordt support </a:t>
            </a:r>
            <a:r>
              <a:rPr lang="de-DE" err="1"/>
              <a:t>package</a:t>
            </a:r>
            <a:r>
              <a:rPr lang="de-DE"/>
              <a:t> </a:t>
            </a:r>
            <a:r>
              <a:rPr lang="de-DE" err="1"/>
              <a:t>should</a:t>
            </a:r>
            <a:r>
              <a:rPr lang="de-DE"/>
              <a:t> </a:t>
            </a:r>
            <a:r>
              <a:rPr lang="de-DE" err="1"/>
              <a:t>appear</a:t>
            </a:r>
            <a:endParaRPr lang="de-DE"/>
          </a:p>
          <a:p>
            <a:pPr marL="15875" indent="0">
              <a:buNone/>
            </a:pPr>
            <a:r>
              <a:rPr lang="de-DE"/>
              <a:t>Click on </a:t>
            </a:r>
            <a:r>
              <a:rPr lang="de-DE" err="1"/>
              <a:t>board</a:t>
            </a:r>
            <a:r>
              <a:rPr lang="de-DE"/>
              <a:t> support </a:t>
            </a:r>
            <a:r>
              <a:rPr lang="de-DE" err="1"/>
              <a:t>package</a:t>
            </a:r>
            <a:r>
              <a:rPr lang="de-DE"/>
              <a:t> in </a:t>
            </a:r>
            <a:r>
              <a:rPr lang="de-DE" err="1"/>
              <a:t>standalone</a:t>
            </a:r>
            <a:r>
              <a:rPr lang="de-DE"/>
              <a:t> on psu:cortexA53_0</a:t>
            </a:r>
          </a:p>
          <a:p>
            <a:pPr marL="15875" indent="0">
              <a:buNone/>
            </a:pPr>
            <a:r>
              <a:rPr lang="de-DE"/>
              <a:t>Click in </a:t>
            </a:r>
            <a:r>
              <a:rPr lang="de-DE" err="1"/>
              <a:t>line</a:t>
            </a:r>
            <a:r>
              <a:rPr lang="de-DE"/>
              <a:t>  „axi_gpio_0 , on </a:t>
            </a:r>
            <a:r>
              <a:rPr lang="de-DE" err="1"/>
              <a:t>documentation</a:t>
            </a:r>
            <a:r>
              <a:rPr lang="de-DE"/>
              <a:t> link.</a:t>
            </a:r>
          </a:p>
          <a:p>
            <a:pPr marL="15875" indent="0">
              <a:buNone/>
            </a:pPr>
            <a:r>
              <a:rPr lang="de-DE"/>
              <a:t>This </a:t>
            </a:r>
            <a:r>
              <a:rPr lang="de-DE" err="1"/>
              <a:t>should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appear</a:t>
            </a:r>
            <a:r>
              <a:rPr lang="de-DE"/>
              <a:t> in 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browser</a:t>
            </a:r>
            <a:r>
              <a:rPr lang="de-DE"/>
              <a:t>: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C1E534-BD96-4FAF-80D6-4ABCDEFBD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7F414AC-A5B1-4108-BD58-FA5CD2AAAB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9C71225-2895-4D65-9837-5867D88C2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431" y="785429"/>
            <a:ext cx="4492067" cy="290904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3A933BF-DAF3-4312-B9CD-BB25A0E9F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29" y="2841864"/>
            <a:ext cx="3794484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09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5300D7-2609-40D9-9159-D9304A79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Hello World </a:t>
            </a:r>
            <a:r>
              <a:rPr lang="de-DE" err="1"/>
              <a:t>addons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51316EC-83D3-4361-9ECD-11D9F0A8A42A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de-DE"/>
              <a:t>Psu_init.html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4EC7688-8BF9-4F0F-8351-38A23BD7560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52412" y="1203326"/>
            <a:ext cx="4178299" cy="1461939"/>
          </a:xfrm>
        </p:spPr>
        <p:txBody>
          <a:bodyPr/>
          <a:lstStyle/>
          <a:p>
            <a:pPr marL="15875" indent="0">
              <a:buNone/>
            </a:pPr>
            <a:r>
              <a:rPr lang="de-DE"/>
              <a:t>Psu_init.html </a:t>
            </a:r>
            <a:r>
              <a:rPr lang="de-DE" err="1"/>
              <a:t>shows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MIO </a:t>
            </a:r>
            <a:r>
              <a:rPr lang="de-DE" err="1"/>
              <a:t>Configuration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Processor</a:t>
            </a:r>
            <a:r>
              <a:rPr lang="de-DE"/>
              <a:t> </a:t>
            </a:r>
            <a:r>
              <a:rPr lang="de-DE" err="1"/>
              <a:t>side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Zynq</a:t>
            </a:r>
            <a:r>
              <a:rPr lang="de-DE"/>
              <a:t> Ultrascale+</a:t>
            </a:r>
          </a:p>
          <a:p>
            <a:pPr marL="15875" indent="0">
              <a:buNone/>
            </a:pPr>
            <a:r>
              <a:rPr lang="de-DE"/>
              <a:t>On MIO38 and MIO39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UART0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serial</a:t>
            </a:r>
            <a:r>
              <a:rPr lang="de-DE"/>
              <a:t> in/out</a:t>
            </a:r>
          </a:p>
          <a:p>
            <a:pPr marL="15875" indent="0">
              <a:buNone/>
            </a:pPr>
            <a:r>
              <a:rPr lang="de-DE"/>
              <a:t>CLK, DDR and GT </a:t>
            </a:r>
            <a:r>
              <a:rPr lang="de-DE" err="1"/>
              <a:t>configuration</a:t>
            </a:r>
            <a:endParaRPr lang="de-DE"/>
          </a:p>
          <a:p>
            <a:pPr marL="15875" indent="0">
              <a:buNone/>
            </a:pPr>
            <a:endParaRPr lang="de-DE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6FCCAA8E-504D-4D11-8FCC-21E2F347F3F2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4713291" y="604935"/>
            <a:ext cx="4373310" cy="2610213"/>
          </a:xfr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2F3C7CF-B99D-4D34-80B6-502B3DF81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1BBF5E6-4CD2-4FA4-98EB-D2212D7C9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404729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9F0B1-D9D3-497F-828D-B69643159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56" y="230188"/>
            <a:ext cx="8633531" cy="615553"/>
          </a:xfrm>
        </p:spPr>
        <p:txBody>
          <a:bodyPr/>
          <a:lstStyle/>
          <a:p>
            <a:r>
              <a:rPr lang="en-US"/>
              <a:t>4 Import XSA file from </a:t>
            </a:r>
            <a:r>
              <a:rPr lang="en-US" err="1"/>
              <a:t>Vivado</a:t>
            </a:r>
            <a:r>
              <a:rPr lang="en-US"/>
              <a:t> in Vitis </a:t>
            </a:r>
            <a:br>
              <a:rPr lang="en-US"/>
            </a:b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F553C8-9868-4ABA-8B0F-C7F671FACF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de-DE" err="1"/>
              <a:t>Make</a:t>
            </a:r>
            <a:r>
              <a:rPr lang="de-DE"/>
              <a:t> </a:t>
            </a:r>
            <a:r>
              <a:rPr lang="de-DE" err="1"/>
              <a:t>platform</a:t>
            </a:r>
            <a:r>
              <a:rPr lang="de-DE"/>
              <a:t> Project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011A9B8-2150-49B4-A094-AB5006684A6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2411" y="1203326"/>
            <a:ext cx="8327917" cy="2364750"/>
          </a:xfrm>
        </p:spPr>
        <p:txBody>
          <a:bodyPr/>
          <a:lstStyle/>
          <a:p>
            <a:r>
              <a:rPr lang="de-DE" dirty="0"/>
              <a:t>1. Go </a:t>
            </a:r>
            <a:r>
              <a:rPr lang="de-DE" dirty="0" err="1"/>
              <a:t>to</a:t>
            </a:r>
            <a:r>
              <a:rPr lang="de-DE" dirty="0"/>
              <a:t> Vitis Menu ,</a:t>
            </a:r>
            <a:r>
              <a:rPr lang="de-DE" dirty="0" err="1"/>
              <a:t>select</a:t>
            </a:r>
            <a:r>
              <a:rPr lang="de-DE" dirty="0"/>
              <a:t> „File“ -&gt; New   and </a:t>
            </a:r>
            <a:r>
              <a:rPr lang="de-DE" dirty="0" err="1"/>
              <a:t>click</a:t>
            </a:r>
            <a:r>
              <a:rPr lang="de-DE" dirty="0"/>
              <a:t> on „</a:t>
            </a:r>
            <a:r>
              <a:rPr lang="de-DE" dirty="0" err="1"/>
              <a:t>Platform</a:t>
            </a:r>
            <a:r>
              <a:rPr lang="de-DE" dirty="0"/>
              <a:t> Project“</a:t>
            </a:r>
          </a:p>
          <a:p>
            <a:r>
              <a:rPr lang="de-DE" dirty="0"/>
              <a:t>2. Enter a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Platform</a:t>
            </a:r>
            <a:r>
              <a:rPr lang="de-DE" dirty="0"/>
              <a:t> Project (</a:t>
            </a:r>
            <a:r>
              <a:rPr lang="de-DE" dirty="0" err="1"/>
              <a:t>Handson_platt</a:t>
            </a:r>
            <a:r>
              <a:rPr lang="de-DE" dirty="0"/>
              <a:t>)</a:t>
            </a:r>
          </a:p>
          <a:p>
            <a:r>
              <a:rPr lang="de-DE" dirty="0"/>
              <a:t>3. Create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platform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hardware</a:t>
            </a:r>
            <a:r>
              <a:rPr lang="de-DE" dirty="0"/>
              <a:t> (XSA): Select </a:t>
            </a:r>
            <a:r>
              <a:rPr lang="de-DE" dirty="0" err="1"/>
              <a:t>the</a:t>
            </a:r>
            <a:r>
              <a:rPr lang="de-DE" dirty="0"/>
              <a:t> XSA </a:t>
            </a:r>
            <a:r>
              <a:rPr lang="de-DE" dirty="0" err="1"/>
              <a:t>file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teams</a:t>
            </a:r>
            <a:r>
              <a:rPr lang="de-DE" dirty="0"/>
              <a:t> </a:t>
            </a:r>
            <a:r>
              <a:rPr lang="de-DE" dirty="0" err="1"/>
              <a:t>folder</a:t>
            </a:r>
            <a:r>
              <a:rPr lang="de-DE" dirty="0"/>
              <a:t>: </a:t>
            </a:r>
            <a:r>
              <a:rPr lang="de-DE" dirty="0">
                <a:hlinkClick r:id="rId2"/>
              </a:rPr>
              <a:t>ZU2CG_HandsOn_wrapper.xsa</a:t>
            </a:r>
            <a:r>
              <a:rPr lang="de-DE" dirty="0"/>
              <a:t>   OS: </a:t>
            </a:r>
            <a:r>
              <a:rPr lang="de-DE" dirty="0" err="1"/>
              <a:t>Standalone</a:t>
            </a:r>
            <a:r>
              <a:rPr lang="de-DE" dirty="0"/>
              <a:t>,</a:t>
            </a:r>
            <a:br>
              <a:rPr lang="de-DE" dirty="0"/>
            </a:br>
            <a:r>
              <a:rPr lang="de-DE" dirty="0"/>
              <a:t> </a:t>
            </a:r>
            <a:r>
              <a:rPr lang="de-DE" dirty="0" err="1"/>
              <a:t>Processor</a:t>
            </a:r>
            <a:r>
              <a:rPr lang="de-DE" dirty="0"/>
              <a:t>: </a:t>
            </a:r>
            <a:r>
              <a:rPr lang="de-DE" dirty="0" err="1"/>
              <a:t>choose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 psu_cortex_a53_0 </a:t>
            </a:r>
            <a:r>
              <a:rPr lang="de-DE" dirty="0" err="1"/>
              <a:t>or</a:t>
            </a:r>
            <a:r>
              <a:rPr lang="de-DE" dirty="0"/>
              <a:t> psu_cortexr5_0</a:t>
            </a:r>
          </a:p>
          <a:p>
            <a:r>
              <a:rPr lang="de-DE" dirty="0"/>
              <a:t>4 Click „Finish“</a:t>
            </a:r>
          </a:p>
          <a:p>
            <a:endParaRPr lang="de-DE" dirty="0"/>
          </a:p>
          <a:p>
            <a:pPr marL="15875" indent="0">
              <a:buNone/>
            </a:pPr>
            <a:r>
              <a:rPr lang="de-DE" dirty="0"/>
              <a:t>On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window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informations</a:t>
            </a:r>
            <a:r>
              <a:rPr lang="de-DE" dirty="0"/>
              <a:t>. BSP </a:t>
            </a:r>
            <a:r>
              <a:rPr lang="de-DE" dirty="0" err="1"/>
              <a:t>settings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modified</a:t>
            </a:r>
            <a:r>
              <a:rPr lang="de-DE" dirty="0"/>
              <a:t>, but not </a:t>
            </a:r>
            <a:r>
              <a:rPr lang="de-DE" dirty="0" err="1"/>
              <a:t>needed</a:t>
            </a:r>
            <a:r>
              <a:rPr lang="de-DE" dirty="0"/>
              <a:t> </a:t>
            </a:r>
            <a:r>
              <a:rPr lang="de-DE" dirty="0" err="1"/>
              <a:t>now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2BE6D8-6C3F-48C7-AA0C-462D9792F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A670A56-E588-4FAF-A2A1-C64DCDBF8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1025243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9F0B1-D9D3-497F-828D-B69643159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56" y="230188"/>
            <a:ext cx="8633531" cy="615553"/>
          </a:xfrm>
        </p:spPr>
        <p:txBody>
          <a:bodyPr/>
          <a:lstStyle/>
          <a:p>
            <a:r>
              <a:rPr lang="en-US"/>
              <a:t>4 Import XSA file from </a:t>
            </a:r>
            <a:r>
              <a:rPr lang="en-US" err="1"/>
              <a:t>Vivado</a:t>
            </a:r>
            <a:br>
              <a:rPr lang="en-US"/>
            </a:b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F553C8-9868-4ABA-8B0F-C7F671FACFB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de-DE" err="1"/>
              <a:t>Make</a:t>
            </a:r>
            <a:r>
              <a:rPr lang="de-DE"/>
              <a:t> </a:t>
            </a:r>
            <a:r>
              <a:rPr lang="de-DE" err="1"/>
              <a:t>application</a:t>
            </a:r>
            <a:r>
              <a:rPr lang="de-DE"/>
              <a:t>  Project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011A9B8-2150-49B4-A094-AB5006684A6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2411" y="845742"/>
            <a:ext cx="8327917" cy="3291722"/>
          </a:xfrm>
        </p:spPr>
        <p:txBody>
          <a:bodyPr/>
          <a:lstStyle/>
          <a:p>
            <a:r>
              <a:rPr lang="de-DE" dirty="0"/>
              <a:t>1. Go </a:t>
            </a:r>
            <a:r>
              <a:rPr lang="de-DE" dirty="0" err="1"/>
              <a:t>to</a:t>
            </a:r>
            <a:r>
              <a:rPr lang="de-DE" dirty="0"/>
              <a:t> Vitis Menu ,</a:t>
            </a:r>
            <a:r>
              <a:rPr lang="de-DE" dirty="0" err="1"/>
              <a:t>select</a:t>
            </a:r>
            <a:r>
              <a:rPr lang="de-DE" dirty="0"/>
              <a:t> „File“ -&gt; New   and </a:t>
            </a:r>
            <a:r>
              <a:rPr lang="de-DE" dirty="0" err="1"/>
              <a:t>click</a:t>
            </a:r>
            <a:r>
              <a:rPr lang="de-DE" dirty="0"/>
              <a:t> on „</a:t>
            </a:r>
            <a:r>
              <a:rPr lang="de-DE" dirty="0" err="1"/>
              <a:t>Application</a:t>
            </a:r>
            <a:r>
              <a:rPr lang="de-DE" dirty="0"/>
              <a:t> Project“</a:t>
            </a:r>
          </a:p>
          <a:p>
            <a:r>
              <a:rPr lang="de-DE" dirty="0"/>
              <a:t>2. Click on „</a:t>
            </a:r>
            <a:r>
              <a:rPr lang="de-DE" dirty="0" err="1"/>
              <a:t>next</a:t>
            </a:r>
            <a:r>
              <a:rPr lang="de-DE" dirty="0"/>
              <a:t>“ and </a:t>
            </a:r>
            <a:r>
              <a:rPr lang="de-DE" dirty="0" err="1"/>
              <a:t>select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 </a:t>
            </a:r>
            <a:r>
              <a:rPr lang="de-DE" dirty="0" err="1"/>
              <a:t>platform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 in last </a:t>
            </a:r>
            <a:r>
              <a:rPr lang="de-DE" dirty="0" err="1"/>
              <a:t>step</a:t>
            </a:r>
            <a:r>
              <a:rPr lang="de-DE" dirty="0"/>
              <a:t>. </a:t>
            </a:r>
          </a:p>
          <a:p>
            <a:pPr marL="179387" lvl="1" indent="0">
              <a:buNone/>
            </a:pPr>
            <a:r>
              <a:rPr lang="de-DE" dirty="0"/>
              <a:t>	</a:t>
            </a:r>
            <a:r>
              <a:rPr lang="de-DE" dirty="0" err="1"/>
              <a:t>Platform</a:t>
            </a:r>
            <a:r>
              <a:rPr lang="de-DE" dirty="0"/>
              <a:t> Info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an Xcu2cg-sfvc784-1-i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ST1 </a:t>
            </a:r>
            <a:r>
              <a:rPr lang="de-DE" dirty="0" err="1"/>
              <a:t>carrier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(784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MPSoC</a:t>
            </a:r>
            <a:r>
              <a:rPr lang="de-DE" dirty="0"/>
              <a:t> </a:t>
            </a:r>
            <a:r>
              <a:rPr lang="de-DE" dirty="0" err="1"/>
              <a:t>pins</a:t>
            </a:r>
            <a:r>
              <a:rPr lang="de-DE"/>
              <a:t>)</a:t>
            </a:r>
          </a:p>
          <a:p>
            <a:pPr marL="276225" indent="-285750"/>
            <a:r>
              <a:rPr lang="de-DE" dirty="0"/>
              <a:t>3. Enter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  (</a:t>
            </a:r>
            <a:r>
              <a:rPr lang="de-DE" dirty="0" err="1"/>
              <a:t>Handson_app</a:t>
            </a:r>
            <a:r>
              <a:rPr lang="de-DE" dirty="0"/>
              <a:t>) </a:t>
            </a:r>
          </a:p>
          <a:p>
            <a:pPr marL="276225" indent="-285750"/>
            <a:r>
              <a:rPr lang="de-DE" dirty="0"/>
              <a:t>4. </a:t>
            </a:r>
            <a:r>
              <a:rPr lang="de-DE" dirty="0" err="1"/>
              <a:t>click</a:t>
            </a:r>
            <a:r>
              <a:rPr lang="de-DE" dirty="0"/>
              <a:t> „</a:t>
            </a:r>
            <a:r>
              <a:rPr lang="de-DE" dirty="0" err="1"/>
              <a:t>next</a:t>
            </a:r>
            <a:r>
              <a:rPr lang="de-DE" dirty="0"/>
              <a:t>“</a:t>
            </a:r>
          </a:p>
          <a:p>
            <a:pPr marL="276225" indent="-285750"/>
            <a:r>
              <a:rPr lang="de-DE" dirty="0"/>
              <a:t>5. </a:t>
            </a:r>
            <a:r>
              <a:rPr lang="de-DE" dirty="0" err="1"/>
              <a:t>click</a:t>
            </a:r>
            <a:r>
              <a:rPr lang="de-DE" dirty="0"/>
              <a:t> „</a:t>
            </a:r>
            <a:r>
              <a:rPr lang="de-DE" dirty="0" err="1"/>
              <a:t>next</a:t>
            </a:r>
            <a:r>
              <a:rPr lang="de-DE" dirty="0"/>
              <a:t>“</a:t>
            </a:r>
          </a:p>
          <a:p>
            <a:pPr marL="276225" indent="-285750"/>
            <a:r>
              <a:rPr lang="de-DE" dirty="0"/>
              <a:t>6. </a:t>
            </a:r>
            <a:r>
              <a:rPr lang="de-DE" dirty="0" err="1"/>
              <a:t>select</a:t>
            </a:r>
            <a:r>
              <a:rPr lang="de-DE" dirty="0"/>
              <a:t> „Hello World“ Template</a:t>
            </a:r>
          </a:p>
          <a:p>
            <a:pPr marL="276225" indent="-285750"/>
            <a:r>
              <a:rPr lang="de-DE" dirty="0"/>
              <a:t>7. </a:t>
            </a:r>
            <a:r>
              <a:rPr lang="de-DE" dirty="0" err="1"/>
              <a:t>rename</a:t>
            </a:r>
            <a:r>
              <a:rPr lang="de-DE" dirty="0"/>
              <a:t> „</a:t>
            </a:r>
            <a:r>
              <a:rPr lang="de-DE" dirty="0" err="1"/>
              <a:t>helloworld.c</a:t>
            </a:r>
            <a:r>
              <a:rPr lang="de-DE" dirty="0"/>
              <a:t>“ </a:t>
            </a:r>
            <a:r>
              <a:rPr lang="de-DE" dirty="0" err="1"/>
              <a:t>file</a:t>
            </a:r>
            <a:r>
              <a:rPr lang="de-DE" dirty="0"/>
              <a:t> in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app</a:t>
            </a:r>
            <a:r>
              <a:rPr lang="de-DE" dirty="0"/>
              <a:t> </a:t>
            </a:r>
            <a:r>
              <a:rPr lang="de-DE" dirty="0" err="1"/>
              <a:t>folder</a:t>
            </a:r>
            <a:endParaRPr lang="de-DE" dirty="0"/>
          </a:p>
          <a:p>
            <a:pPr marL="276225" indent="-285750"/>
            <a:r>
              <a:rPr lang="de-DE" dirty="0"/>
              <a:t>8. </a:t>
            </a:r>
            <a:r>
              <a:rPr lang="de-DE" dirty="0" err="1"/>
              <a:t>Build</a:t>
            </a:r>
            <a:r>
              <a:rPr lang="de-DE" dirty="0"/>
              <a:t> </a:t>
            </a:r>
            <a:r>
              <a:rPr lang="de-DE" dirty="0" err="1"/>
              <a:t>app</a:t>
            </a:r>
            <a:r>
              <a:rPr lang="de-DE" dirty="0"/>
              <a:t> (</a:t>
            </a:r>
            <a:r>
              <a:rPr lang="de-DE" dirty="0" err="1"/>
              <a:t>rmc</a:t>
            </a:r>
            <a:r>
              <a:rPr lang="de-DE" dirty="0"/>
              <a:t> on </a:t>
            </a:r>
            <a:r>
              <a:rPr lang="de-DE" dirty="0" err="1"/>
              <a:t>app</a:t>
            </a:r>
            <a:r>
              <a:rPr lang="de-DE" dirty="0"/>
              <a:t>) „</a:t>
            </a:r>
            <a:r>
              <a:rPr lang="de-DE" dirty="0" err="1"/>
              <a:t>Build</a:t>
            </a:r>
            <a:r>
              <a:rPr lang="de-DE" dirty="0"/>
              <a:t> Project“ </a:t>
            </a:r>
            <a:r>
              <a:rPr lang="de-DE" dirty="0" err="1"/>
              <a:t>then</a:t>
            </a:r>
            <a:r>
              <a:rPr lang="de-DE" dirty="0"/>
              <a:t> will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platform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bulid</a:t>
            </a:r>
            <a:r>
              <a:rPr lang="de-DE" dirty="0"/>
              <a:t> , after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app</a:t>
            </a:r>
            <a:r>
              <a:rPr lang="de-DE" dirty="0"/>
              <a:t> </a:t>
            </a:r>
            <a:r>
              <a:rPr lang="de-DE" dirty="0" err="1"/>
              <a:t>project</a:t>
            </a:r>
            <a:endParaRPr lang="de-DE" dirty="0"/>
          </a:p>
          <a:p>
            <a:pPr marL="276225" indent="-285750"/>
            <a:r>
              <a:rPr lang="de-DE" dirty="0"/>
              <a:t>Run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debug</a:t>
            </a:r>
            <a:r>
              <a:rPr lang="de-DE" dirty="0"/>
              <a:t> </a:t>
            </a:r>
            <a:r>
              <a:rPr lang="de-DE" dirty="0" err="1"/>
              <a:t>project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2BE6D8-6C3F-48C7-AA0C-462D9792F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A670A56-E588-4FAF-A2A1-C64DCDBF8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3898341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1A1320-B2AE-4CB3-8AF2-09DBD79F3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Tips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F24729-E22D-43FB-873A-719C05EEA7C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de-DE" err="1"/>
              <a:t>Vivado</a:t>
            </a:r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CF16C18-A43B-45D7-80BB-89C96EE214A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2411" y="1203326"/>
            <a:ext cx="6536695" cy="559127"/>
          </a:xfrm>
        </p:spPr>
        <p:txBody>
          <a:bodyPr/>
          <a:lstStyle/>
          <a:p>
            <a:r>
              <a:rPr lang="de-DE"/>
              <a:t>Folder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vivado</a:t>
            </a:r>
            <a:r>
              <a:rPr lang="de-DE"/>
              <a:t> </a:t>
            </a:r>
            <a:r>
              <a:rPr lang="de-DE" err="1"/>
              <a:t>projects</a:t>
            </a:r>
            <a:r>
              <a:rPr lang="de-DE"/>
              <a:t> </a:t>
            </a:r>
            <a:r>
              <a:rPr lang="de-DE" err="1"/>
              <a:t>must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: </a:t>
            </a:r>
            <a:r>
              <a:rPr lang="de-DE" b="1"/>
              <a:t>C:\Schneider\ScripingPath</a:t>
            </a:r>
          </a:p>
          <a:p>
            <a:pPr marL="15875" indent="0">
              <a:buNone/>
            </a:pPr>
            <a:r>
              <a:rPr lang="de-DE"/>
              <a:t> 	</a:t>
            </a:r>
            <a:r>
              <a:rPr lang="de-DE" err="1"/>
              <a:t>Otherwise</a:t>
            </a:r>
            <a:r>
              <a:rPr lang="de-DE"/>
              <a:t> </a:t>
            </a:r>
            <a:r>
              <a:rPr lang="de-DE" err="1"/>
              <a:t>cyclance</a:t>
            </a:r>
            <a:r>
              <a:rPr lang="de-DE"/>
              <a:t> </a:t>
            </a:r>
            <a:r>
              <a:rPr lang="de-DE" err="1"/>
              <a:t>blocks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javascript</a:t>
            </a:r>
            <a:r>
              <a:rPr lang="de-DE"/>
              <a:t> </a:t>
            </a:r>
            <a:r>
              <a:rPr lang="de-DE" err="1"/>
              <a:t>files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vivado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build</a:t>
            </a:r>
            <a:r>
              <a:rPr lang="de-DE"/>
              <a:t> an XSA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D9A041-9539-426B-A6C0-D361D52F7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D12E2E8-255E-459D-B639-E43C61687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578367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9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9144000" cy="5143500"/>
          </a:xfrm>
        </p:spPr>
      </p:pic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ctrTitle"/>
          </p:nvPr>
        </p:nvSpPr>
        <p:spPr>
          <a:xfrm>
            <a:off x="252413" y="2267393"/>
            <a:ext cx="8577821" cy="608714"/>
          </a:xfrm>
        </p:spPr>
        <p:txBody>
          <a:bodyPr/>
          <a:lstStyle/>
          <a:p>
            <a:r>
              <a:rPr lang="en-US"/>
              <a:t>THANK YOU.</a:t>
            </a:r>
          </a:p>
        </p:txBody>
      </p:sp>
      <p:pic>
        <p:nvPicPr>
          <p:cNvPr id="10" name="Picture 9" descr="schneider_LIO_White_RGB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747892" y="4857155"/>
            <a:ext cx="525690" cy="92333"/>
          </a:xfrm>
        </p:spPr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52414" y="4857154"/>
            <a:ext cx="1509767" cy="92333"/>
          </a:xfrm>
        </p:spPr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303411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369332"/>
          </a:xfrm>
        </p:spPr>
        <p:txBody>
          <a:bodyPr/>
          <a:lstStyle/>
          <a:p>
            <a:r>
              <a:rPr lang="en-US"/>
              <a:t>5 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0" y="2900363"/>
            <a:ext cx="9144000" cy="373062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2E2E2CA-D183-44A8-8E02-1199EC8215C2}"/>
              </a:ext>
            </a:extLst>
          </p:cNvPr>
          <p:cNvSpPr txBox="1"/>
          <p:nvPr/>
        </p:nvSpPr>
        <p:spPr>
          <a:xfrm>
            <a:off x="1471808" y="670142"/>
            <a:ext cx="69832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de-DE" err="1"/>
              <a:t>Which</a:t>
            </a:r>
            <a:r>
              <a:rPr lang="de-DE"/>
              <a:t> </a:t>
            </a:r>
            <a:r>
              <a:rPr lang="de-DE" err="1"/>
              <a:t>bus</a:t>
            </a:r>
            <a:r>
              <a:rPr lang="de-DE"/>
              <a:t> </a:t>
            </a:r>
            <a:r>
              <a:rPr lang="de-DE" err="1"/>
              <a:t>width</a:t>
            </a:r>
            <a:r>
              <a:rPr lang="de-DE"/>
              <a:t> </a:t>
            </a:r>
            <a:r>
              <a:rPr lang="de-DE" err="1"/>
              <a:t>has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DDR4 </a:t>
            </a:r>
            <a:r>
              <a:rPr lang="de-DE" err="1"/>
              <a:t>memory</a:t>
            </a:r>
            <a:r>
              <a:rPr lang="de-DE"/>
              <a:t> in </a:t>
            </a:r>
            <a:r>
              <a:rPr lang="de-DE" err="1"/>
              <a:t>this</a:t>
            </a:r>
            <a:r>
              <a:rPr lang="de-DE"/>
              <a:t> ST1 </a:t>
            </a:r>
            <a:r>
              <a:rPr lang="de-DE" err="1"/>
              <a:t>example</a:t>
            </a:r>
            <a:endParaRPr lang="de-DE"/>
          </a:p>
          <a:p>
            <a:pPr marL="342900" indent="-342900">
              <a:buAutoNum type="arabicPeriod"/>
            </a:pP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means</a:t>
            </a:r>
            <a:r>
              <a:rPr lang="de-DE"/>
              <a:t> „AXI“</a:t>
            </a:r>
          </a:p>
          <a:p>
            <a:pPr marL="342900" indent="-342900">
              <a:buAutoNum type="arabicPeriod"/>
            </a:pPr>
            <a:r>
              <a:rPr lang="de-DE" err="1"/>
              <a:t>How</a:t>
            </a:r>
            <a:r>
              <a:rPr lang="de-DE"/>
              <a:t> </a:t>
            </a:r>
            <a:r>
              <a:rPr lang="de-DE" err="1"/>
              <a:t>many</a:t>
            </a:r>
            <a:r>
              <a:rPr lang="de-DE"/>
              <a:t> </a:t>
            </a:r>
            <a:r>
              <a:rPr lang="de-DE" err="1"/>
              <a:t>outputs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one</a:t>
            </a:r>
            <a:r>
              <a:rPr lang="de-DE"/>
              <a:t> AXI GPIO </a:t>
            </a:r>
            <a:r>
              <a:rPr lang="de-DE" err="1"/>
              <a:t>offer</a:t>
            </a:r>
            <a:r>
              <a:rPr lang="de-DE"/>
              <a:t>?</a:t>
            </a:r>
          </a:p>
          <a:p>
            <a:pPr marL="342900" indent="-342900">
              <a:buAutoNum type="arabicPeriod"/>
            </a:pPr>
            <a:r>
              <a:rPr lang="de-DE" err="1"/>
              <a:t>How</a:t>
            </a:r>
            <a:r>
              <a:rPr lang="de-DE"/>
              <a:t> </a:t>
            </a:r>
            <a:r>
              <a:rPr lang="de-DE" err="1"/>
              <a:t>many</a:t>
            </a:r>
            <a:r>
              <a:rPr lang="de-DE"/>
              <a:t> </a:t>
            </a:r>
            <a:r>
              <a:rPr lang="de-DE" err="1"/>
              <a:t>pins</a:t>
            </a:r>
            <a:r>
              <a:rPr lang="de-DE"/>
              <a:t> </a:t>
            </a:r>
            <a:r>
              <a:rPr lang="de-DE" err="1"/>
              <a:t>has</a:t>
            </a:r>
            <a:r>
              <a:rPr lang="de-DE"/>
              <a:t> </a:t>
            </a:r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selected</a:t>
            </a:r>
            <a:r>
              <a:rPr lang="de-DE"/>
              <a:t> </a:t>
            </a:r>
            <a:r>
              <a:rPr lang="de-DE" err="1"/>
              <a:t>MPSoC</a:t>
            </a:r>
            <a:r>
              <a:rPr lang="de-DE"/>
              <a:t>?</a:t>
            </a:r>
          </a:p>
          <a:p>
            <a:pPr marL="342900" indent="-342900">
              <a:buAutoNum type="arabicPeriod"/>
            </a:pP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ECC in </a:t>
            </a:r>
            <a:r>
              <a:rPr lang="de-DE" err="1"/>
              <a:t>this</a:t>
            </a:r>
            <a:r>
              <a:rPr lang="de-DE"/>
              <a:t> design?</a:t>
            </a:r>
          </a:p>
          <a:p>
            <a:pPr marL="342900" indent="-342900">
              <a:buAutoNum type="arabicPeriod"/>
            </a:pPr>
            <a:r>
              <a:rPr lang="de-DE" err="1"/>
              <a:t>What</a:t>
            </a:r>
            <a:r>
              <a:rPr lang="de-DE"/>
              <a:t> will </a:t>
            </a:r>
            <a:r>
              <a:rPr lang="de-DE" err="1"/>
              <a:t>you</a:t>
            </a:r>
            <a:r>
              <a:rPr lang="de-DE"/>
              <a:t> do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 ST1 </a:t>
            </a:r>
            <a:r>
              <a:rPr lang="de-DE" err="1"/>
              <a:t>board</a:t>
            </a:r>
            <a:r>
              <a:rPr lang="de-DE"/>
              <a:t>?</a:t>
            </a:r>
          </a:p>
          <a:p>
            <a:pPr marL="342900" indent="-342900">
              <a:buAutoNum type="arabicPeriod"/>
            </a:pPr>
            <a:endParaRPr lang="de-DE"/>
          </a:p>
          <a:p>
            <a:pPr marL="342900" indent="-342900">
              <a:buAutoNum type="arabicPeriod"/>
            </a:pPr>
            <a:endParaRPr lang="de-DE"/>
          </a:p>
          <a:p>
            <a:pPr marL="342900" indent="-342900">
              <a:buAutoNum type="arabicPeriod"/>
            </a:pPr>
            <a:endParaRPr lang="de-DE"/>
          </a:p>
          <a:p>
            <a:pPr marL="342900" indent="-342900">
              <a:buAutoNum type="arabicPeriod"/>
            </a:pPr>
            <a:endParaRPr lang="de-DE"/>
          </a:p>
          <a:p>
            <a:pPr marL="342900" indent="-342900">
              <a:buAutoNum type="arabicPeriod"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125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CD3FD4-3A4F-4B25-A34A-F6D814EE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67FDD5-5358-431B-BEBE-BAC01C08CB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7A241E-855D-4917-A15B-C49B218104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4A6A7A-B9B2-4075-AE7E-DE2993D3A9FE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DA73C02-68FA-49AB-915E-8C6F84AA33AD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C95AE82-8A5E-4E8F-AD8D-1189FC954AC3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85D6DEB-5B74-4CA5-9A31-3A72C8623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59E80F9-A48F-4B90-A9EC-821B60996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3802407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463557"/>
      </p:ext>
    </p:extLst>
  </p:cSld>
  <p:clrMapOvr>
    <a:masterClrMapping/>
  </p:clrMapOvr>
</p:sld>
</file>

<file path=ppt/theme/theme1.xml><?xml version="1.0" encoding="utf-8"?>
<a:theme xmlns:a="http://schemas.openxmlformats.org/drawingml/2006/main" name="Schneider Title Slides">
  <a:themeElements>
    <a:clrScheme name="SE Life Green MS Office">
      <a:dk1>
        <a:sysClr val="windowText" lastClr="000000"/>
      </a:dk1>
      <a:lt1>
        <a:sysClr val="window" lastClr="FFFFFF"/>
      </a:lt1>
      <a:dk2>
        <a:srgbClr val="3DCD58"/>
      </a:dk2>
      <a:lt2>
        <a:srgbClr val="3DCD58"/>
      </a:lt2>
      <a:accent1>
        <a:srgbClr val="626469"/>
      </a:accent1>
      <a:accent2>
        <a:srgbClr val="9FA0A4"/>
      </a:accent2>
      <a:accent3>
        <a:srgbClr val="FFD100"/>
      </a:accent3>
      <a:accent4>
        <a:srgbClr val="E47F00"/>
      </a:accent4>
      <a:accent5>
        <a:srgbClr val="B10043"/>
      </a:accent5>
      <a:accent6>
        <a:srgbClr val="42B4E6"/>
      </a:accent6>
      <a:hlink>
        <a:srgbClr val="B10043"/>
      </a:hlink>
      <a:folHlink>
        <a:srgbClr val="42B4E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chneider Text Slides">
  <a:themeElements>
    <a:clrScheme name="SE Life Green MS Office">
      <a:dk1>
        <a:sysClr val="windowText" lastClr="000000"/>
      </a:dk1>
      <a:lt1>
        <a:sysClr val="window" lastClr="FFFFFF"/>
      </a:lt1>
      <a:dk2>
        <a:srgbClr val="3DCD58"/>
      </a:dk2>
      <a:lt2>
        <a:srgbClr val="3DCD58"/>
      </a:lt2>
      <a:accent1>
        <a:srgbClr val="626469"/>
      </a:accent1>
      <a:accent2>
        <a:srgbClr val="9FA0A4"/>
      </a:accent2>
      <a:accent3>
        <a:srgbClr val="FFD100"/>
      </a:accent3>
      <a:accent4>
        <a:srgbClr val="E47F00"/>
      </a:accent4>
      <a:accent5>
        <a:srgbClr val="B10043"/>
      </a:accent5>
      <a:accent6>
        <a:srgbClr val="42B4E6"/>
      </a:accent6>
      <a:hlink>
        <a:srgbClr val="B10043"/>
      </a:hlink>
      <a:folHlink>
        <a:srgbClr val="42B4E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ef2b8e-6c60-4f10-9d81-1d06aa5e2f71" xsi:nil="true"/>
    <lcf76f155ced4ddcb4097134ff3c332f xmlns="1478f12a-93e4-4cfc-bf6b-f8952910a30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D435A980E419A45ADE093B26124FA13" ma:contentTypeVersion="17" ma:contentTypeDescription="Ein neues Dokument erstellen." ma:contentTypeScope="" ma:versionID="01ddb72667fbb5490bb9a783d5f7b9aa">
  <xsd:schema xmlns:xsd="http://www.w3.org/2001/XMLSchema" xmlns:xs="http://www.w3.org/2001/XMLSchema" xmlns:p="http://schemas.microsoft.com/office/2006/metadata/properties" xmlns:ns2="1478f12a-93e4-4cfc-bf6b-f8952910a30b" xmlns:ns3="0eef2b8e-6c60-4f10-9d81-1d06aa5e2f71" targetNamespace="http://schemas.microsoft.com/office/2006/metadata/properties" ma:root="true" ma:fieldsID="7502ea1b0aa6803bf79fca2b2a609ee8" ns2:_="" ns3:_="">
    <xsd:import namespace="1478f12a-93e4-4cfc-bf6b-f8952910a30b"/>
    <xsd:import namespace="0eef2b8e-6c60-4f10-9d81-1d06aa5e2f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78f12a-93e4-4cfc-bf6b-f8952910a3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e3e82df8-f6af-445d-9b0b-5c4dfc7c59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f2b8e-6c60-4f10-9d81-1d06aa5e2f71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6b1ff3f-a1d1-45f4-99a5-c0800a8c314e}" ma:internalName="TaxCatchAll" ma:showField="CatchAllData" ma:web="0eef2b8e-6c60-4f10-9d81-1d06aa5e2f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CF4C1F-15B2-4BA2-9FDF-B7A0B38359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A7EAF2-AD81-4181-A8FC-7E61D14FA69F}">
  <ds:schemaRefs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elements/1.1/"/>
    <ds:schemaRef ds:uri="f5d95557-c572-4b87-bcce-6cb3fd309d5c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642661b3-a0fb-4789-898d-9ddb19a6ba31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426E3D7-81C4-43F7-8EC4-C4FDE8CD3705}"/>
</file>

<file path=docProps/app.xml><?xml version="1.0" encoding="utf-8"?>
<Properties xmlns="http://schemas.openxmlformats.org/officeDocument/2006/extended-properties" xmlns:vt="http://schemas.openxmlformats.org/officeDocument/2006/docPropsVTypes">
  <Template>Life-Is-On-template-with-Examples</Template>
  <TotalTime>0</TotalTime>
  <Words>1380</Words>
  <Application>Microsoft Office PowerPoint</Application>
  <PresentationFormat>On-screen Show (16:9)</PresentationFormat>
  <Paragraphs>205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Lucida Grande</vt:lpstr>
      <vt:lpstr>SegoeUI-Bold</vt:lpstr>
      <vt:lpstr>SegoeUI-Semilight</vt:lpstr>
      <vt:lpstr>Schneider Title Slides</vt:lpstr>
      <vt:lpstr>Schneider Text Slides</vt:lpstr>
      <vt:lpstr>Hands-On PE1 and ST1</vt:lpstr>
      <vt:lpstr>Agenda</vt:lpstr>
      <vt:lpstr>1 Vivado and Vitis</vt:lpstr>
      <vt:lpstr>1 Vivado</vt:lpstr>
      <vt:lpstr>MPSoC Configuration</vt:lpstr>
      <vt:lpstr>1 Vitis</vt:lpstr>
      <vt:lpstr>2 Carriers and SOMs –prepare boards</vt:lpstr>
      <vt:lpstr>2 Carriers and SOMs</vt:lpstr>
      <vt:lpstr>3 Hello World </vt:lpstr>
      <vt:lpstr>3 Hello World</vt:lpstr>
      <vt:lpstr>3 Hello World    Debug Interface In Vitis , click on Button „Launch Target Connections“ on Top </vt:lpstr>
      <vt:lpstr>3 Hello World Debug</vt:lpstr>
      <vt:lpstr>3 Hello  World Output</vt:lpstr>
      <vt:lpstr>3 Hello World addons</vt:lpstr>
      <vt:lpstr>3 Hello World addons</vt:lpstr>
      <vt:lpstr>Hello World addons</vt:lpstr>
      <vt:lpstr>4 Import XSA file from Vivado in Vitis  </vt:lpstr>
      <vt:lpstr>4 Import XSA file from Vivado </vt:lpstr>
      <vt:lpstr>Tips</vt:lpstr>
      <vt:lpstr>THANK YOU.</vt:lpstr>
      <vt:lpstr>5 Test</vt:lpstr>
      <vt:lpstr>PowerPoint Presentation</vt:lpstr>
      <vt:lpstr>PowerPoint Presentation</vt:lpstr>
    </vt:vector>
  </TitlesOfParts>
  <Company>McMillan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Klaus Bordt</dc:creator>
  <cp:lastModifiedBy>Dusan Djuraskovic</cp:lastModifiedBy>
  <cp:revision>1</cp:revision>
  <dcterms:created xsi:type="dcterms:W3CDTF">2021-08-02T07:30:00Z</dcterms:created>
  <dcterms:modified xsi:type="dcterms:W3CDTF">2023-09-22T14:00:46Z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f93e5f-d3c2-49a7-ba94-15405423c204_Enabled">
    <vt:lpwstr>true</vt:lpwstr>
  </property>
  <property fmtid="{D5CDD505-2E9C-101B-9397-08002B2CF9AE}" pid="3" name="MSIP_Label_23f93e5f-d3c2-49a7-ba94-15405423c204_SetDate">
    <vt:lpwstr>2022-11-21T06:43:54Z</vt:lpwstr>
  </property>
  <property fmtid="{D5CDD505-2E9C-101B-9397-08002B2CF9AE}" pid="4" name="MSIP_Label_23f93e5f-d3c2-49a7-ba94-15405423c204_Method">
    <vt:lpwstr>Standard</vt:lpwstr>
  </property>
  <property fmtid="{D5CDD505-2E9C-101B-9397-08002B2CF9AE}" pid="5" name="MSIP_Label_23f93e5f-d3c2-49a7-ba94-15405423c204_Name">
    <vt:lpwstr>SE Internal</vt:lpwstr>
  </property>
  <property fmtid="{D5CDD505-2E9C-101B-9397-08002B2CF9AE}" pid="6" name="MSIP_Label_23f93e5f-d3c2-49a7-ba94-15405423c204_SiteId">
    <vt:lpwstr>6e51e1ad-c54b-4b39-b598-0ffe9ae68fef</vt:lpwstr>
  </property>
  <property fmtid="{D5CDD505-2E9C-101B-9397-08002B2CF9AE}" pid="7" name="MSIP_Label_23f93e5f-d3c2-49a7-ba94-15405423c204_ActionId">
    <vt:lpwstr>02444507-abe9-4eaf-8181-5ce317a96dda</vt:lpwstr>
  </property>
  <property fmtid="{D5CDD505-2E9C-101B-9397-08002B2CF9AE}" pid="8" name="MSIP_Label_23f93e5f-d3c2-49a7-ba94-15405423c204_ContentBits">
    <vt:lpwstr>2</vt:lpwstr>
  </property>
  <property fmtid="{D5CDD505-2E9C-101B-9397-08002B2CF9AE}" pid="9" name="ContentTypeId">
    <vt:lpwstr>0x0101009D435A980E419A45ADE093B26124FA13</vt:lpwstr>
  </property>
  <property fmtid="{D5CDD505-2E9C-101B-9397-08002B2CF9AE}" pid="10" name="MediaServiceImageTags">
    <vt:lpwstr/>
  </property>
</Properties>
</file>